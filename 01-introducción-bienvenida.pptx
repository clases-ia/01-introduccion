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4"/>
  </p:sldMasterIdLst>
  <p:notesMasterIdLst>
    <p:notesMasterId r:id="rId46"/>
  </p:notesMasterIdLst>
  <p:handoutMasterIdLst>
    <p:handoutMasterId r:id="rId47"/>
  </p:handoutMasterIdLst>
  <p:sldIdLst>
    <p:sldId id="300" r:id="rId5"/>
    <p:sldId id="301" r:id="rId6"/>
    <p:sldId id="341" r:id="rId7"/>
    <p:sldId id="342" r:id="rId8"/>
    <p:sldId id="303" r:id="rId9"/>
    <p:sldId id="314" r:id="rId10"/>
    <p:sldId id="312" r:id="rId11"/>
    <p:sldId id="313" r:id="rId12"/>
    <p:sldId id="315" r:id="rId13"/>
    <p:sldId id="316" r:id="rId14"/>
    <p:sldId id="335" r:id="rId15"/>
    <p:sldId id="317" r:id="rId16"/>
    <p:sldId id="343" r:id="rId17"/>
    <p:sldId id="344" r:id="rId18"/>
    <p:sldId id="345" r:id="rId19"/>
    <p:sldId id="346" r:id="rId20"/>
    <p:sldId id="347" r:id="rId21"/>
    <p:sldId id="348" r:id="rId22"/>
    <p:sldId id="318" r:id="rId23"/>
    <p:sldId id="319" r:id="rId24"/>
    <p:sldId id="320" r:id="rId25"/>
    <p:sldId id="327" r:id="rId26"/>
    <p:sldId id="321" r:id="rId27"/>
    <p:sldId id="329" r:id="rId28"/>
    <p:sldId id="322" r:id="rId29"/>
    <p:sldId id="324" r:id="rId30"/>
    <p:sldId id="323" r:id="rId31"/>
    <p:sldId id="325" r:id="rId32"/>
    <p:sldId id="336" r:id="rId33"/>
    <p:sldId id="339" r:id="rId34"/>
    <p:sldId id="326" r:id="rId35"/>
    <p:sldId id="328" r:id="rId36"/>
    <p:sldId id="330" r:id="rId37"/>
    <p:sldId id="331" r:id="rId38"/>
    <p:sldId id="338" r:id="rId39"/>
    <p:sldId id="340" r:id="rId40"/>
    <p:sldId id="332" r:id="rId41"/>
    <p:sldId id="334" r:id="rId42"/>
    <p:sldId id="333" r:id="rId43"/>
    <p:sldId id="337" r:id="rId44"/>
    <p:sldId id="30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37C105-9F5C-8276-A6A3-8DF4260BBCB4}" name="Kevin Antonio Jaña Aliaga" initials="KA" userId="S::kajanaa@ine.gob.cl::58012797-595b-4983-92ee-ad7a51573bd8" providerId="AD"/>
  <p188:author id="{350CFC4F-D62E-2D08-0112-39468D1326FF}" name="Macarena Margarita Alvarado Moscoso" initials="MMAM" userId="S::mmalvaradom@ine.gob.cl::97eb5301-70cb-4ad6-b369-5221ed2e3c24" providerId="AD"/>
  <p188:author id="{AB72C76B-FE81-8482-908F-915486FFDAB3}" name="Sergio David Molina Monasterios" initials="SDMM" userId="S::sdmolinam@ine.gob.cl::03c9e994-0cd5-47f1-8b88-4d5b96a71af9" providerId="AD"/>
  <p188:author id="{17B589B4-2000-E9DF-023A-AC35608B42F9}" name="Verónica Isabel Huaracán Riveros" initials="VR" userId="S::vihuaracanr@ine.gob.cl::6a07cd98-c5f8-497d-b4c2-7f7d9a3c4a43" providerId="AD"/>
  <p188:author id="{723AC5D7-2DEC-CE96-320F-DF809C7BED0B}" name="David Niculcar Castillo" initials="DNC" userId="S::dpniculcarc@ine.gob.cl::d614d94a-04f2-45d7-985f-4d79f0270be2" providerId="AD"/>
  <p188:author id="{DE61BAF4-F5BF-0C52-BB07-9C955FB12307}" name="Marcelo Ignacio Medina Soto" initials="MS" userId="S::mimedinas@ine.gob.cl::c978999e-1ee3-4e26-b772-c8a8d5984d98" providerId="AD"/>
  <p188:author id="{AFFB6BFF-0C67-1ACF-0B7F-447856645725}" name="Jose Luis Aranguiz Alarcon" initials="JA" userId="S::jlaranguiza@ine.gob.cl::2e43a337-5203-4016-9279-ee675800ef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B86"/>
    <a:srgbClr val="23366C"/>
    <a:srgbClr val="EBEBEB"/>
    <a:srgbClr val="4CA49C"/>
    <a:srgbClr val="FFFFFF"/>
    <a:srgbClr val="1F3A73"/>
    <a:srgbClr val="344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57C7F-C9F5-3072-E33E-A20DDD2EDEFD}" v="853" dt="2026-04-07T13:23:23.726"/>
    <p1510:client id="{93722964-3877-FC51-EEDB-5586536ADF79}" v="45" dt="2026-04-07T13:57:36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99167E-EC3F-446E-9953-B9C79E2D147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72950E9-4BB5-4A34-9FB4-DBAA7F8C48DF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700">
              <a:latin typeface="Aptos" panose="02110004020202020204"/>
              <a:ea typeface="+mn-ea"/>
              <a:cs typeface="+mn-cs"/>
            </a:rPr>
            <a:t>Dirección nacional</a:t>
          </a:r>
        </a:p>
      </dgm:t>
    </dgm:pt>
    <dgm:pt modelId="{EB14016D-FB64-4E13-9B55-6FCAEFCDA2B4}" type="parTrans" cxnId="{6DB79191-9C41-4DD7-B44D-3B7A2C4242E1}">
      <dgm:prSet/>
      <dgm:spPr/>
      <dgm:t>
        <a:bodyPr/>
        <a:lstStyle/>
        <a:p>
          <a:endParaRPr lang="es-ES"/>
        </a:p>
      </dgm:t>
    </dgm:pt>
    <dgm:pt modelId="{9C1760E6-50FC-456D-9052-6D8FBEBC99D2}" type="sibTrans" cxnId="{6DB79191-9C41-4DD7-B44D-3B7A2C4242E1}">
      <dgm:prSet/>
      <dgm:spPr/>
      <dgm:t>
        <a:bodyPr/>
        <a:lstStyle/>
        <a:p>
          <a:endParaRPr lang="es-ES"/>
        </a:p>
      </dgm:t>
    </dgm:pt>
    <dgm:pt modelId="{5D4C4150-0252-4E78-9C07-811A120CA501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700">
              <a:latin typeface="Aptos" panose="02110004020202020204"/>
              <a:ea typeface="+mn-ea"/>
              <a:cs typeface="+mn-cs"/>
            </a:rPr>
            <a:t>Gobierno de Datos</a:t>
          </a:r>
        </a:p>
      </dgm:t>
    </dgm:pt>
    <dgm:pt modelId="{18C5B97A-0C86-4875-AC2E-97747586AD97}" type="parTrans" cxnId="{AAF3648C-6DFD-400C-BBEB-DD4DEB673425}">
      <dgm:prSet/>
      <dgm:spPr/>
      <dgm:t>
        <a:bodyPr/>
        <a:lstStyle/>
        <a:p>
          <a:endParaRPr lang="es-ES"/>
        </a:p>
      </dgm:t>
    </dgm:pt>
    <dgm:pt modelId="{D8ECE0C2-91D7-466B-A0FF-7947AF5FC471}" type="sibTrans" cxnId="{AAF3648C-6DFD-400C-BBEB-DD4DEB673425}">
      <dgm:prSet/>
      <dgm:spPr/>
      <dgm:t>
        <a:bodyPr/>
        <a:lstStyle/>
        <a:p>
          <a:endParaRPr lang="es-ES"/>
        </a:p>
      </dgm:t>
    </dgm:pt>
    <dgm:pt modelId="{1133CF68-F587-4102-A8A2-4520D5E9A809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700">
              <a:latin typeface="Aptos" panose="02110004020202020204"/>
              <a:ea typeface="+mn-ea"/>
              <a:cs typeface="+mn-cs"/>
            </a:rPr>
            <a:t>Área de Ciencia de Datos</a:t>
          </a:r>
        </a:p>
      </dgm:t>
    </dgm:pt>
    <dgm:pt modelId="{F00FFA2D-36F8-4BE5-9131-8802EEEC46C3}" type="parTrans" cxnId="{C7A044CC-04FA-4DBB-B2EC-FAE935762F94}">
      <dgm:prSet/>
      <dgm:spPr/>
      <dgm:t>
        <a:bodyPr/>
        <a:lstStyle/>
        <a:p>
          <a:endParaRPr lang="es-ES"/>
        </a:p>
      </dgm:t>
    </dgm:pt>
    <dgm:pt modelId="{5D1CCEFC-68BE-4C01-BD71-E4352E1F9F06}" type="sibTrans" cxnId="{C7A044CC-04FA-4DBB-B2EC-FAE935762F94}">
      <dgm:prSet/>
      <dgm:spPr/>
      <dgm:t>
        <a:bodyPr/>
        <a:lstStyle/>
        <a:p>
          <a:endParaRPr lang="es-ES"/>
        </a:p>
      </dgm:t>
    </dgm:pt>
    <dgm:pt modelId="{E45F0687-2CD7-41F4-A89E-1ABE87B7E9F8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700">
              <a:latin typeface="Aptos" panose="02110004020202020204"/>
              <a:ea typeface="+mn-ea"/>
              <a:cs typeface="+mn-cs"/>
            </a:rPr>
            <a:t> Área de Gobierno de Datos</a:t>
          </a:r>
        </a:p>
      </dgm:t>
    </dgm:pt>
    <dgm:pt modelId="{2CD6BA7E-BAD7-427F-B5E8-E37E468F3340}" type="parTrans" cxnId="{15EA5FF6-398C-4624-9E72-6ED410D3B5D6}">
      <dgm:prSet/>
      <dgm:spPr/>
      <dgm:t>
        <a:bodyPr/>
        <a:lstStyle/>
        <a:p>
          <a:endParaRPr lang="es-ES"/>
        </a:p>
      </dgm:t>
    </dgm:pt>
    <dgm:pt modelId="{1E36609E-6CB6-4473-B410-0594693D5A13}" type="sibTrans" cxnId="{15EA5FF6-398C-4624-9E72-6ED410D3B5D6}">
      <dgm:prSet/>
      <dgm:spPr/>
      <dgm:t>
        <a:bodyPr/>
        <a:lstStyle/>
        <a:p>
          <a:endParaRPr lang="es-ES"/>
        </a:p>
      </dgm:t>
    </dgm:pt>
    <dgm:pt modelId="{4093A217-8FF8-4BC8-96DE-EB5A0650D81E}" type="pres">
      <dgm:prSet presAssocID="{4599167E-EC3F-446E-9953-B9C79E2D14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FC1691-FF2A-4846-9192-4F8475C9767D}" type="pres">
      <dgm:prSet presAssocID="{D72950E9-4BB5-4A34-9FB4-DBAA7F8C48DF}" presName="hierRoot1" presStyleCnt="0"/>
      <dgm:spPr/>
    </dgm:pt>
    <dgm:pt modelId="{50FE90AB-6357-42E6-91D4-BC3D72D5DBE0}" type="pres">
      <dgm:prSet presAssocID="{D72950E9-4BB5-4A34-9FB4-DBAA7F8C48DF}" presName="composite" presStyleCnt="0"/>
      <dgm:spPr/>
    </dgm:pt>
    <dgm:pt modelId="{1E10208D-87F2-41A5-822B-C3EFC864FCCF}" type="pres">
      <dgm:prSet presAssocID="{D72950E9-4BB5-4A34-9FB4-DBAA7F8C48DF}" presName="background" presStyleLbl="node0" presStyleIdx="0" presStyleCnt="1"/>
      <dgm:spPr/>
    </dgm:pt>
    <dgm:pt modelId="{8625DEA4-9B10-45AB-BAA1-555EA3A3AA1A}" type="pres">
      <dgm:prSet presAssocID="{D72950E9-4BB5-4A34-9FB4-DBAA7F8C48DF}" presName="text" presStyleLbl="fgAcc0" presStyleIdx="0" presStyleCnt="1">
        <dgm:presLayoutVars>
          <dgm:chPref val="3"/>
        </dgm:presLayoutVars>
      </dgm:prSet>
      <dgm:spPr/>
    </dgm:pt>
    <dgm:pt modelId="{4154B6F1-4291-4BAC-87E5-D7264589FF6F}" type="pres">
      <dgm:prSet presAssocID="{D72950E9-4BB5-4A34-9FB4-DBAA7F8C48DF}" presName="hierChild2" presStyleCnt="0"/>
      <dgm:spPr/>
    </dgm:pt>
    <dgm:pt modelId="{6C56E8EF-892E-40EC-B911-C70A92D7075D}" type="pres">
      <dgm:prSet presAssocID="{18C5B97A-0C86-4875-AC2E-97747586AD97}" presName="Name10" presStyleLbl="parChTrans1D2" presStyleIdx="0" presStyleCnt="1"/>
      <dgm:spPr/>
    </dgm:pt>
    <dgm:pt modelId="{B62B0A45-E85D-44D3-BB0E-673E3BA844BC}" type="pres">
      <dgm:prSet presAssocID="{5D4C4150-0252-4E78-9C07-811A120CA501}" presName="hierRoot2" presStyleCnt="0"/>
      <dgm:spPr/>
    </dgm:pt>
    <dgm:pt modelId="{BA199AB0-7F94-4436-89AD-EAD458D5AC03}" type="pres">
      <dgm:prSet presAssocID="{5D4C4150-0252-4E78-9C07-811A120CA501}" presName="composite2" presStyleCnt="0"/>
      <dgm:spPr/>
    </dgm:pt>
    <dgm:pt modelId="{CF0DDF7F-C0CF-401B-AF2A-98C5395CE44C}" type="pres">
      <dgm:prSet presAssocID="{5D4C4150-0252-4E78-9C07-811A120CA501}" presName="background2" presStyleLbl="node2" presStyleIdx="0" presStyleCnt="1"/>
      <dgm:spPr/>
    </dgm:pt>
    <dgm:pt modelId="{1E6E082E-C1EA-4D94-9941-B9BE1A1AEC99}" type="pres">
      <dgm:prSet presAssocID="{5D4C4150-0252-4E78-9C07-811A120CA501}" presName="text2" presStyleLbl="fgAcc2" presStyleIdx="0" presStyleCnt="1">
        <dgm:presLayoutVars>
          <dgm:chPref val="3"/>
        </dgm:presLayoutVars>
      </dgm:prSet>
      <dgm:spPr/>
    </dgm:pt>
    <dgm:pt modelId="{7AE604B6-42B3-4DE1-BCF0-1FB996A2C425}" type="pres">
      <dgm:prSet presAssocID="{5D4C4150-0252-4E78-9C07-811A120CA501}" presName="hierChild3" presStyleCnt="0"/>
      <dgm:spPr/>
    </dgm:pt>
    <dgm:pt modelId="{522412A9-3469-4285-AA35-A72C4E4095E5}" type="pres">
      <dgm:prSet presAssocID="{F00FFA2D-36F8-4BE5-9131-8802EEEC46C3}" presName="Name17" presStyleLbl="parChTrans1D3" presStyleIdx="0" presStyleCnt="2"/>
      <dgm:spPr/>
    </dgm:pt>
    <dgm:pt modelId="{93B985AA-D3E6-415F-B535-3D7CDF51E0AB}" type="pres">
      <dgm:prSet presAssocID="{1133CF68-F587-4102-A8A2-4520D5E9A809}" presName="hierRoot3" presStyleCnt="0"/>
      <dgm:spPr/>
    </dgm:pt>
    <dgm:pt modelId="{6D24B694-959C-41AB-8687-AB248019D24B}" type="pres">
      <dgm:prSet presAssocID="{1133CF68-F587-4102-A8A2-4520D5E9A809}" presName="composite3" presStyleCnt="0"/>
      <dgm:spPr/>
    </dgm:pt>
    <dgm:pt modelId="{E070745D-55E4-456B-9A5D-75FF5ECD6F6E}" type="pres">
      <dgm:prSet presAssocID="{1133CF68-F587-4102-A8A2-4520D5E9A809}" presName="background3" presStyleLbl="node3" presStyleIdx="0" presStyleCnt="2"/>
      <dgm:spPr/>
    </dgm:pt>
    <dgm:pt modelId="{DC9D4CE9-55B2-4EBD-8246-9F4947D8AE5A}" type="pres">
      <dgm:prSet presAssocID="{1133CF68-F587-4102-A8A2-4520D5E9A809}" presName="text3" presStyleLbl="fgAcc3" presStyleIdx="0" presStyleCnt="2">
        <dgm:presLayoutVars>
          <dgm:chPref val="3"/>
        </dgm:presLayoutVars>
      </dgm:prSet>
      <dgm:spPr/>
    </dgm:pt>
    <dgm:pt modelId="{DE7052FE-6417-4001-BEE2-DE2BC0D33E2C}" type="pres">
      <dgm:prSet presAssocID="{1133CF68-F587-4102-A8A2-4520D5E9A809}" presName="hierChild4" presStyleCnt="0"/>
      <dgm:spPr/>
    </dgm:pt>
    <dgm:pt modelId="{20324E50-15E6-4278-94F4-5BEBA2B82DF7}" type="pres">
      <dgm:prSet presAssocID="{2CD6BA7E-BAD7-427F-B5E8-E37E468F3340}" presName="Name17" presStyleLbl="parChTrans1D3" presStyleIdx="1" presStyleCnt="2"/>
      <dgm:spPr/>
    </dgm:pt>
    <dgm:pt modelId="{07EC0ED5-656B-4116-8B30-E8DCE1E7B2BC}" type="pres">
      <dgm:prSet presAssocID="{E45F0687-2CD7-41F4-A89E-1ABE87B7E9F8}" presName="hierRoot3" presStyleCnt="0"/>
      <dgm:spPr/>
    </dgm:pt>
    <dgm:pt modelId="{F40CD6CC-8486-4CA9-B32E-A60A403FCA15}" type="pres">
      <dgm:prSet presAssocID="{E45F0687-2CD7-41F4-A89E-1ABE87B7E9F8}" presName="composite3" presStyleCnt="0"/>
      <dgm:spPr/>
    </dgm:pt>
    <dgm:pt modelId="{DAE89071-4BEF-4EAF-82DB-816CCDD42DA7}" type="pres">
      <dgm:prSet presAssocID="{E45F0687-2CD7-41F4-A89E-1ABE87B7E9F8}" presName="background3" presStyleLbl="node3" presStyleIdx="1" presStyleCnt="2"/>
      <dgm:spPr/>
    </dgm:pt>
    <dgm:pt modelId="{7189AE20-FB15-4185-B442-B2326C1810FB}" type="pres">
      <dgm:prSet presAssocID="{E45F0687-2CD7-41F4-A89E-1ABE87B7E9F8}" presName="text3" presStyleLbl="fgAcc3" presStyleIdx="1" presStyleCnt="2">
        <dgm:presLayoutVars>
          <dgm:chPref val="3"/>
        </dgm:presLayoutVars>
      </dgm:prSet>
      <dgm:spPr/>
    </dgm:pt>
    <dgm:pt modelId="{E41C61EE-E994-4D88-9C71-64CACCEA343E}" type="pres">
      <dgm:prSet presAssocID="{E45F0687-2CD7-41F4-A89E-1ABE87B7E9F8}" presName="hierChild4" presStyleCnt="0"/>
      <dgm:spPr/>
    </dgm:pt>
  </dgm:ptLst>
  <dgm:cxnLst>
    <dgm:cxn modelId="{E37D7216-55C0-4DA9-8C21-0E856104B3F1}" type="presOf" srcId="{E45F0687-2CD7-41F4-A89E-1ABE87B7E9F8}" destId="{7189AE20-FB15-4185-B442-B2326C1810FB}" srcOrd="0" destOrd="0" presId="urn:microsoft.com/office/officeart/2005/8/layout/hierarchy1"/>
    <dgm:cxn modelId="{CCCBD536-05CC-4B0B-A130-5E65AD6F18F5}" type="presOf" srcId="{1133CF68-F587-4102-A8A2-4520D5E9A809}" destId="{DC9D4CE9-55B2-4EBD-8246-9F4947D8AE5A}" srcOrd="0" destOrd="0" presId="urn:microsoft.com/office/officeart/2005/8/layout/hierarchy1"/>
    <dgm:cxn modelId="{3C14DC36-0130-4126-AF51-EFFE55A8E12C}" type="presOf" srcId="{18C5B97A-0C86-4875-AC2E-97747586AD97}" destId="{6C56E8EF-892E-40EC-B911-C70A92D7075D}" srcOrd="0" destOrd="0" presId="urn:microsoft.com/office/officeart/2005/8/layout/hierarchy1"/>
    <dgm:cxn modelId="{FEF6D46D-9937-443B-A1CA-E04D460B6177}" type="presOf" srcId="{5D4C4150-0252-4E78-9C07-811A120CA501}" destId="{1E6E082E-C1EA-4D94-9941-B9BE1A1AEC99}" srcOrd="0" destOrd="0" presId="urn:microsoft.com/office/officeart/2005/8/layout/hierarchy1"/>
    <dgm:cxn modelId="{137B178A-A5EB-4C22-AF1E-D56E5CCE7FA9}" type="presOf" srcId="{F00FFA2D-36F8-4BE5-9131-8802EEEC46C3}" destId="{522412A9-3469-4285-AA35-A72C4E4095E5}" srcOrd="0" destOrd="0" presId="urn:microsoft.com/office/officeart/2005/8/layout/hierarchy1"/>
    <dgm:cxn modelId="{AAF3648C-6DFD-400C-BBEB-DD4DEB673425}" srcId="{D72950E9-4BB5-4A34-9FB4-DBAA7F8C48DF}" destId="{5D4C4150-0252-4E78-9C07-811A120CA501}" srcOrd="0" destOrd="0" parTransId="{18C5B97A-0C86-4875-AC2E-97747586AD97}" sibTransId="{D8ECE0C2-91D7-466B-A0FF-7947AF5FC471}"/>
    <dgm:cxn modelId="{6DB79191-9C41-4DD7-B44D-3B7A2C4242E1}" srcId="{4599167E-EC3F-446E-9953-B9C79E2D1475}" destId="{D72950E9-4BB5-4A34-9FB4-DBAA7F8C48DF}" srcOrd="0" destOrd="0" parTransId="{EB14016D-FB64-4E13-9B55-6FCAEFCDA2B4}" sibTransId="{9C1760E6-50FC-456D-9052-6D8FBEBC99D2}"/>
    <dgm:cxn modelId="{4189AD93-957A-4ADC-9EE9-47AC28C9FF8D}" type="presOf" srcId="{4599167E-EC3F-446E-9953-B9C79E2D1475}" destId="{4093A217-8FF8-4BC8-96DE-EB5A0650D81E}" srcOrd="0" destOrd="0" presId="urn:microsoft.com/office/officeart/2005/8/layout/hierarchy1"/>
    <dgm:cxn modelId="{76475195-E188-405D-9F64-AF54411348BB}" type="presOf" srcId="{D72950E9-4BB5-4A34-9FB4-DBAA7F8C48DF}" destId="{8625DEA4-9B10-45AB-BAA1-555EA3A3AA1A}" srcOrd="0" destOrd="0" presId="urn:microsoft.com/office/officeart/2005/8/layout/hierarchy1"/>
    <dgm:cxn modelId="{C7A044CC-04FA-4DBB-B2EC-FAE935762F94}" srcId="{5D4C4150-0252-4E78-9C07-811A120CA501}" destId="{1133CF68-F587-4102-A8A2-4520D5E9A809}" srcOrd="0" destOrd="0" parTransId="{F00FFA2D-36F8-4BE5-9131-8802EEEC46C3}" sibTransId="{5D1CCEFC-68BE-4C01-BD71-E4352E1F9F06}"/>
    <dgm:cxn modelId="{15EA5FF6-398C-4624-9E72-6ED410D3B5D6}" srcId="{5D4C4150-0252-4E78-9C07-811A120CA501}" destId="{E45F0687-2CD7-41F4-A89E-1ABE87B7E9F8}" srcOrd="1" destOrd="0" parTransId="{2CD6BA7E-BAD7-427F-B5E8-E37E468F3340}" sibTransId="{1E36609E-6CB6-4473-B410-0594693D5A13}"/>
    <dgm:cxn modelId="{E2D6CAFD-1B38-4521-86F6-0713B551F935}" type="presOf" srcId="{2CD6BA7E-BAD7-427F-B5E8-E37E468F3340}" destId="{20324E50-15E6-4278-94F4-5BEBA2B82DF7}" srcOrd="0" destOrd="0" presId="urn:microsoft.com/office/officeart/2005/8/layout/hierarchy1"/>
    <dgm:cxn modelId="{142ECE2C-55A3-463D-8C65-EC0FE7884503}" type="presParOf" srcId="{4093A217-8FF8-4BC8-96DE-EB5A0650D81E}" destId="{4EFC1691-FF2A-4846-9192-4F8475C9767D}" srcOrd="0" destOrd="0" presId="urn:microsoft.com/office/officeart/2005/8/layout/hierarchy1"/>
    <dgm:cxn modelId="{EF1F75C2-F955-43B1-899E-5C30C97518A5}" type="presParOf" srcId="{4EFC1691-FF2A-4846-9192-4F8475C9767D}" destId="{50FE90AB-6357-42E6-91D4-BC3D72D5DBE0}" srcOrd="0" destOrd="0" presId="urn:microsoft.com/office/officeart/2005/8/layout/hierarchy1"/>
    <dgm:cxn modelId="{329C54E5-EE0B-4A17-A2D8-4EAB230B032D}" type="presParOf" srcId="{50FE90AB-6357-42E6-91D4-BC3D72D5DBE0}" destId="{1E10208D-87F2-41A5-822B-C3EFC864FCCF}" srcOrd="0" destOrd="0" presId="urn:microsoft.com/office/officeart/2005/8/layout/hierarchy1"/>
    <dgm:cxn modelId="{5C03170A-2380-42B9-839E-8FB194E46943}" type="presParOf" srcId="{50FE90AB-6357-42E6-91D4-BC3D72D5DBE0}" destId="{8625DEA4-9B10-45AB-BAA1-555EA3A3AA1A}" srcOrd="1" destOrd="0" presId="urn:microsoft.com/office/officeart/2005/8/layout/hierarchy1"/>
    <dgm:cxn modelId="{5242CDD2-6D62-48CC-B8EE-BD4B9CB6BFD5}" type="presParOf" srcId="{4EFC1691-FF2A-4846-9192-4F8475C9767D}" destId="{4154B6F1-4291-4BAC-87E5-D7264589FF6F}" srcOrd="1" destOrd="0" presId="urn:microsoft.com/office/officeart/2005/8/layout/hierarchy1"/>
    <dgm:cxn modelId="{A3480D00-FC87-49F8-855E-E0B75C4F8CBE}" type="presParOf" srcId="{4154B6F1-4291-4BAC-87E5-D7264589FF6F}" destId="{6C56E8EF-892E-40EC-B911-C70A92D7075D}" srcOrd="0" destOrd="0" presId="urn:microsoft.com/office/officeart/2005/8/layout/hierarchy1"/>
    <dgm:cxn modelId="{C458D4F9-02BF-4124-9116-CAFDF5B10AAF}" type="presParOf" srcId="{4154B6F1-4291-4BAC-87E5-D7264589FF6F}" destId="{B62B0A45-E85D-44D3-BB0E-673E3BA844BC}" srcOrd="1" destOrd="0" presId="urn:microsoft.com/office/officeart/2005/8/layout/hierarchy1"/>
    <dgm:cxn modelId="{AEDCE6FB-C157-4F0A-A372-BB591667836D}" type="presParOf" srcId="{B62B0A45-E85D-44D3-BB0E-673E3BA844BC}" destId="{BA199AB0-7F94-4436-89AD-EAD458D5AC03}" srcOrd="0" destOrd="0" presId="urn:microsoft.com/office/officeart/2005/8/layout/hierarchy1"/>
    <dgm:cxn modelId="{297B6874-C9EF-4156-B7B3-08026742715D}" type="presParOf" srcId="{BA199AB0-7F94-4436-89AD-EAD458D5AC03}" destId="{CF0DDF7F-C0CF-401B-AF2A-98C5395CE44C}" srcOrd="0" destOrd="0" presId="urn:microsoft.com/office/officeart/2005/8/layout/hierarchy1"/>
    <dgm:cxn modelId="{9BA40CA8-40F1-47BE-8F1E-4DD952916C98}" type="presParOf" srcId="{BA199AB0-7F94-4436-89AD-EAD458D5AC03}" destId="{1E6E082E-C1EA-4D94-9941-B9BE1A1AEC99}" srcOrd="1" destOrd="0" presId="urn:microsoft.com/office/officeart/2005/8/layout/hierarchy1"/>
    <dgm:cxn modelId="{56A1C0F8-1A80-4EFE-9231-D9663E19F200}" type="presParOf" srcId="{B62B0A45-E85D-44D3-BB0E-673E3BA844BC}" destId="{7AE604B6-42B3-4DE1-BCF0-1FB996A2C425}" srcOrd="1" destOrd="0" presId="urn:microsoft.com/office/officeart/2005/8/layout/hierarchy1"/>
    <dgm:cxn modelId="{62D66394-721B-4EF9-B097-BA2721106462}" type="presParOf" srcId="{7AE604B6-42B3-4DE1-BCF0-1FB996A2C425}" destId="{522412A9-3469-4285-AA35-A72C4E4095E5}" srcOrd="0" destOrd="0" presId="urn:microsoft.com/office/officeart/2005/8/layout/hierarchy1"/>
    <dgm:cxn modelId="{C6214AD1-C1A6-4B02-A5BB-AB1CBABC8B4F}" type="presParOf" srcId="{7AE604B6-42B3-4DE1-BCF0-1FB996A2C425}" destId="{93B985AA-D3E6-415F-B535-3D7CDF51E0AB}" srcOrd="1" destOrd="0" presId="urn:microsoft.com/office/officeart/2005/8/layout/hierarchy1"/>
    <dgm:cxn modelId="{FA6FEDA4-D239-4BF4-9193-149D1C5E6636}" type="presParOf" srcId="{93B985AA-D3E6-415F-B535-3D7CDF51E0AB}" destId="{6D24B694-959C-41AB-8687-AB248019D24B}" srcOrd="0" destOrd="0" presId="urn:microsoft.com/office/officeart/2005/8/layout/hierarchy1"/>
    <dgm:cxn modelId="{335F9061-449F-4D14-A95F-29C94D9F5300}" type="presParOf" srcId="{6D24B694-959C-41AB-8687-AB248019D24B}" destId="{E070745D-55E4-456B-9A5D-75FF5ECD6F6E}" srcOrd="0" destOrd="0" presId="urn:microsoft.com/office/officeart/2005/8/layout/hierarchy1"/>
    <dgm:cxn modelId="{4579BDB0-1608-4AA4-9446-04C8C1730116}" type="presParOf" srcId="{6D24B694-959C-41AB-8687-AB248019D24B}" destId="{DC9D4CE9-55B2-4EBD-8246-9F4947D8AE5A}" srcOrd="1" destOrd="0" presId="urn:microsoft.com/office/officeart/2005/8/layout/hierarchy1"/>
    <dgm:cxn modelId="{A3652F3A-6CF8-4DFA-9C28-5DAE75C99550}" type="presParOf" srcId="{93B985AA-D3E6-415F-B535-3D7CDF51E0AB}" destId="{DE7052FE-6417-4001-BEE2-DE2BC0D33E2C}" srcOrd="1" destOrd="0" presId="urn:microsoft.com/office/officeart/2005/8/layout/hierarchy1"/>
    <dgm:cxn modelId="{BFBA9D2D-2776-48B6-85AC-65797F1C6CC7}" type="presParOf" srcId="{7AE604B6-42B3-4DE1-BCF0-1FB996A2C425}" destId="{20324E50-15E6-4278-94F4-5BEBA2B82DF7}" srcOrd="2" destOrd="0" presId="urn:microsoft.com/office/officeart/2005/8/layout/hierarchy1"/>
    <dgm:cxn modelId="{972A4C91-EEB1-4D4D-8C8C-C6BA6434A019}" type="presParOf" srcId="{7AE604B6-42B3-4DE1-BCF0-1FB996A2C425}" destId="{07EC0ED5-656B-4116-8B30-E8DCE1E7B2BC}" srcOrd="3" destOrd="0" presId="urn:microsoft.com/office/officeart/2005/8/layout/hierarchy1"/>
    <dgm:cxn modelId="{B11EDCCF-FF38-415B-8096-C4E2A293D311}" type="presParOf" srcId="{07EC0ED5-656B-4116-8B30-E8DCE1E7B2BC}" destId="{F40CD6CC-8486-4CA9-B32E-A60A403FCA15}" srcOrd="0" destOrd="0" presId="urn:microsoft.com/office/officeart/2005/8/layout/hierarchy1"/>
    <dgm:cxn modelId="{60AA325A-31F8-42F7-A431-51915A6119E5}" type="presParOf" srcId="{F40CD6CC-8486-4CA9-B32E-A60A403FCA15}" destId="{DAE89071-4BEF-4EAF-82DB-816CCDD42DA7}" srcOrd="0" destOrd="0" presId="urn:microsoft.com/office/officeart/2005/8/layout/hierarchy1"/>
    <dgm:cxn modelId="{B35BDA00-57E9-4C5C-BA06-16537786CEDC}" type="presParOf" srcId="{F40CD6CC-8486-4CA9-B32E-A60A403FCA15}" destId="{7189AE20-FB15-4185-B442-B2326C1810FB}" srcOrd="1" destOrd="0" presId="urn:microsoft.com/office/officeart/2005/8/layout/hierarchy1"/>
    <dgm:cxn modelId="{93A013D5-D0D9-411A-B5AE-3C65BD269238}" type="presParOf" srcId="{07EC0ED5-656B-4116-8B30-E8DCE1E7B2BC}" destId="{E41C61EE-E994-4D88-9C71-64CACCEA343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6C331B-00DF-40E1-A62A-F56B37AC388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4167F90-E7D7-492B-BA28-46A253D50A1F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>
              <a:latin typeface="Aptos" panose="02110004020202020204"/>
              <a:ea typeface="+mn-ea"/>
              <a:cs typeface="+mn-cs"/>
            </a:rPr>
            <a:t> Klaus Lehmann</a:t>
          </a:r>
        </a:p>
      </dgm:t>
    </dgm:pt>
    <dgm:pt modelId="{E25C3A2C-E086-45D6-949D-3C6324E9943D}" type="parTrans" cxnId="{F6D36B3A-90BB-4814-88D3-FFCFE9D599C2}">
      <dgm:prSet/>
      <dgm:spPr/>
      <dgm:t>
        <a:bodyPr/>
        <a:lstStyle/>
        <a:p>
          <a:endParaRPr lang="es-ES"/>
        </a:p>
      </dgm:t>
    </dgm:pt>
    <dgm:pt modelId="{E79AB068-42FC-4F4C-AB07-0BAD4396F4B0}" type="sibTrans" cxnId="{F6D36B3A-90BB-4814-88D3-FFCFE9D599C2}">
      <dgm:prSet/>
      <dgm:spPr/>
      <dgm:t>
        <a:bodyPr/>
        <a:lstStyle/>
        <a:p>
          <a:endParaRPr lang="es-ES"/>
        </a:p>
      </dgm:t>
    </dgm:pt>
    <dgm:pt modelId="{32DAD259-F3AE-4268-A2A2-AE07987DEE5E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>
              <a:latin typeface="Aptos" panose="02110004020202020204"/>
              <a:ea typeface="+mn-ea"/>
              <a:cs typeface="+mn-cs"/>
            </a:rPr>
            <a:t> Juan Concha</a:t>
          </a:r>
        </a:p>
      </dgm:t>
    </dgm:pt>
    <dgm:pt modelId="{ED5BF992-75E1-4C9E-B8D9-E46A957CE3E0}" type="parTrans" cxnId="{1DD864C6-F928-4010-9A72-477B8E977B15}">
      <dgm:prSet/>
      <dgm:spPr/>
      <dgm:t>
        <a:bodyPr/>
        <a:lstStyle/>
        <a:p>
          <a:endParaRPr lang="es-ES"/>
        </a:p>
      </dgm:t>
    </dgm:pt>
    <dgm:pt modelId="{A8C85CA7-B645-4777-B3CA-301C4DD15D5A}" type="sibTrans" cxnId="{1DD864C6-F928-4010-9A72-477B8E977B15}">
      <dgm:prSet/>
      <dgm:spPr/>
      <dgm:t>
        <a:bodyPr/>
        <a:lstStyle/>
        <a:p>
          <a:endParaRPr lang="es-ES"/>
        </a:p>
      </dgm:t>
    </dgm:pt>
    <dgm:pt modelId="{ED46127B-0A8B-454A-A25D-5368D6D9166E}">
      <dgm:prSet phldrT="[Texto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>
              <a:latin typeface="Aptos" panose="02110004020202020204"/>
              <a:ea typeface="+mn-ea"/>
              <a:cs typeface="+mn-cs"/>
            </a:rPr>
            <a:t> Javiera Preuss</a:t>
          </a:r>
        </a:p>
      </dgm:t>
    </dgm:pt>
    <dgm:pt modelId="{8C22DEDA-45A8-4CF4-968E-59D455C9A6D1}" type="parTrans" cxnId="{E6A86413-26B8-43E4-A7A9-3B92F903C507}">
      <dgm:prSet/>
      <dgm:spPr/>
      <dgm:t>
        <a:bodyPr/>
        <a:lstStyle/>
        <a:p>
          <a:endParaRPr lang="es-ES"/>
        </a:p>
      </dgm:t>
    </dgm:pt>
    <dgm:pt modelId="{C0918B2D-F2BD-4C94-A21C-FF3D87C414F9}" type="sibTrans" cxnId="{E6A86413-26B8-43E4-A7A9-3B92F903C507}">
      <dgm:prSet/>
      <dgm:spPr/>
      <dgm:t>
        <a:bodyPr/>
        <a:lstStyle/>
        <a:p>
          <a:endParaRPr lang="es-ES"/>
        </a:p>
      </dgm:t>
    </dgm:pt>
    <dgm:pt modelId="{8DB51AAC-9BA4-423C-880C-CBC75D2E2908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>
              <a:latin typeface="Aptos" panose="02110004020202020204"/>
              <a:ea typeface="+mn-ea"/>
              <a:cs typeface="+mn-cs"/>
            </a:rPr>
            <a:t>Hugo Soto</a:t>
          </a:r>
        </a:p>
      </dgm:t>
    </dgm:pt>
    <dgm:pt modelId="{35209345-C93E-492D-B32A-2651CC0C3E82}" type="parTrans" cxnId="{626E7B97-1B68-4164-9181-16E7C6E6240C}">
      <dgm:prSet/>
      <dgm:spPr/>
      <dgm:t>
        <a:bodyPr/>
        <a:lstStyle/>
        <a:p>
          <a:endParaRPr lang="es-CL"/>
        </a:p>
      </dgm:t>
    </dgm:pt>
    <dgm:pt modelId="{435693F1-B36B-4175-95AA-7FED83654096}" type="sibTrans" cxnId="{626E7B97-1B68-4164-9181-16E7C6E6240C}">
      <dgm:prSet/>
      <dgm:spPr/>
      <dgm:t>
        <a:bodyPr/>
        <a:lstStyle/>
        <a:p>
          <a:endParaRPr lang="es-CL"/>
        </a:p>
      </dgm:t>
    </dgm:pt>
    <dgm:pt modelId="{47BE026D-672D-4303-BC78-58E9F86BCC85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>
              <a:latin typeface="Aptos"/>
              <a:ea typeface="+mn-ea"/>
              <a:cs typeface="+mn-cs"/>
            </a:rPr>
            <a:t>Loreto Gallardo</a:t>
          </a:r>
        </a:p>
      </dgm:t>
    </dgm:pt>
    <dgm:pt modelId="{BA643DFE-F93E-447F-9953-D1EB06D381BE}" type="parTrans" cxnId="{2CCE5383-1B4D-46DF-85DF-164197B2712D}">
      <dgm:prSet/>
      <dgm:spPr/>
      <dgm:t>
        <a:bodyPr/>
        <a:lstStyle/>
        <a:p>
          <a:endParaRPr lang="es-CL"/>
        </a:p>
      </dgm:t>
    </dgm:pt>
    <dgm:pt modelId="{D9B50FCF-E3CD-4425-8E3A-AAA2780A235E}" type="sibTrans" cxnId="{2CCE5383-1B4D-46DF-85DF-164197B2712D}">
      <dgm:prSet/>
      <dgm:spPr/>
      <dgm:t>
        <a:bodyPr/>
        <a:lstStyle/>
        <a:p>
          <a:endParaRPr lang="es-CL"/>
        </a:p>
      </dgm:t>
    </dgm:pt>
    <dgm:pt modelId="{33A4CD73-5EFE-4A31-B1DF-44281CB4F7B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s-ES" sz="1200" dirty="0">
              <a:latin typeface="Aptos"/>
              <a:ea typeface="+mn-ea"/>
              <a:cs typeface="+mn-cs"/>
            </a:rPr>
            <a:t>Gabriel Vargas</a:t>
          </a:r>
        </a:p>
      </dgm:t>
    </dgm:pt>
    <dgm:pt modelId="{974CACE3-906D-4A88-9A1D-3B35E6498386}" type="parTrans" cxnId="{1F3CEE76-10A1-4532-B71C-BBF7670FD1F6}">
      <dgm:prSet/>
      <dgm:spPr/>
      <dgm:t>
        <a:bodyPr/>
        <a:lstStyle/>
        <a:p>
          <a:endParaRPr lang="es-CL"/>
        </a:p>
      </dgm:t>
    </dgm:pt>
    <dgm:pt modelId="{7618FC96-9BE4-4AA1-8A2C-CC21074081C1}" type="sibTrans" cxnId="{1F3CEE76-10A1-4532-B71C-BBF7670FD1F6}">
      <dgm:prSet/>
      <dgm:spPr/>
      <dgm:t>
        <a:bodyPr/>
        <a:lstStyle/>
        <a:p>
          <a:endParaRPr lang="es-CL"/>
        </a:p>
      </dgm:t>
    </dgm:pt>
    <dgm:pt modelId="{07A16274-E8A2-49D4-82E4-EE89C0614091}" type="pres">
      <dgm:prSet presAssocID="{146C331B-00DF-40E1-A62A-F56B37AC388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5948D7-7346-45D2-B3A3-744749810696}" type="pres">
      <dgm:prSet presAssocID="{14167F90-E7D7-492B-BA28-46A253D50A1F}" presName="hierRoot1" presStyleCnt="0"/>
      <dgm:spPr/>
    </dgm:pt>
    <dgm:pt modelId="{811963BD-6614-486E-9A57-F7F2CBE698FE}" type="pres">
      <dgm:prSet presAssocID="{14167F90-E7D7-492B-BA28-46A253D50A1F}" presName="composite" presStyleCnt="0"/>
      <dgm:spPr/>
    </dgm:pt>
    <dgm:pt modelId="{65857280-14F8-48EA-BEC3-401039568A1D}" type="pres">
      <dgm:prSet presAssocID="{14167F90-E7D7-492B-BA28-46A253D50A1F}" presName="background" presStyleLbl="node0" presStyleIdx="0" presStyleCnt="1"/>
      <dgm:spPr/>
    </dgm:pt>
    <dgm:pt modelId="{BFCD3A6A-1248-4321-8192-9EC7E399BC2B}" type="pres">
      <dgm:prSet presAssocID="{14167F90-E7D7-492B-BA28-46A253D50A1F}" presName="text" presStyleLbl="fgAcc0" presStyleIdx="0" presStyleCnt="1">
        <dgm:presLayoutVars>
          <dgm:chPref val="3"/>
        </dgm:presLayoutVars>
      </dgm:prSet>
      <dgm:spPr/>
    </dgm:pt>
    <dgm:pt modelId="{0038182D-2928-4256-8B05-A6C3F8D9AFEF}" type="pres">
      <dgm:prSet presAssocID="{14167F90-E7D7-492B-BA28-46A253D50A1F}" presName="hierChild2" presStyleCnt="0"/>
      <dgm:spPr/>
    </dgm:pt>
    <dgm:pt modelId="{15C396F5-42F1-4F4D-B4F8-F49F9564C291}" type="pres">
      <dgm:prSet presAssocID="{ED5BF992-75E1-4C9E-B8D9-E46A957CE3E0}" presName="Name10" presStyleLbl="parChTrans1D2" presStyleIdx="0" presStyleCnt="5"/>
      <dgm:spPr/>
    </dgm:pt>
    <dgm:pt modelId="{9110B0B2-FF8B-404A-BCAA-644EA65EBC7D}" type="pres">
      <dgm:prSet presAssocID="{32DAD259-F3AE-4268-A2A2-AE07987DEE5E}" presName="hierRoot2" presStyleCnt="0"/>
      <dgm:spPr/>
    </dgm:pt>
    <dgm:pt modelId="{DB6985A7-D687-45CE-87F3-998E372CDFE6}" type="pres">
      <dgm:prSet presAssocID="{32DAD259-F3AE-4268-A2A2-AE07987DEE5E}" presName="composite2" presStyleCnt="0"/>
      <dgm:spPr/>
    </dgm:pt>
    <dgm:pt modelId="{32F73EB2-2E61-4688-82D4-A51896131C98}" type="pres">
      <dgm:prSet presAssocID="{32DAD259-F3AE-4268-A2A2-AE07987DEE5E}" presName="background2" presStyleLbl="node2" presStyleIdx="0" presStyleCnt="5"/>
      <dgm:spPr/>
    </dgm:pt>
    <dgm:pt modelId="{AAD183FE-BF69-4CBF-8B2F-B8D62DD328AA}" type="pres">
      <dgm:prSet presAssocID="{32DAD259-F3AE-4268-A2A2-AE07987DEE5E}" presName="text2" presStyleLbl="fgAcc2" presStyleIdx="0" presStyleCnt="5">
        <dgm:presLayoutVars>
          <dgm:chPref val="3"/>
        </dgm:presLayoutVars>
      </dgm:prSet>
      <dgm:spPr/>
    </dgm:pt>
    <dgm:pt modelId="{5180119B-8DC9-403E-9323-2D19D7EC3750}" type="pres">
      <dgm:prSet presAssocID="{32DAD259-F3AE-4268-A2A2-AE07987DEE5E}" presName="hierChild3" presStyleCnt="0"/>
      <dgm:spPr/>
    </dgm:pt>
    <dgm:pt modelId="{06C008FE-DF60-43E0-A37E-B272F7D9A681}" type="pres">
      <dgm:prSet presAssocID="{8C22DEDA-45A8-4CF4-968E-59D455C9A6D1}" presName="Name10" presStyleLbl="parChTrans1D2" presStyleIdx="1" presStyleCnt="5"/>
      <dgm:spPr/>
    </dgm:pt>
    <dgm:pt modelId="{31F6A1DD-0EC3-419E-9AA6-D1B73F6CB5AC}" type="pres">
      <dgm:prSet presAssocID="{ED46127B-0A8B-454A-A25D-5368D6D9166E}" presName="hierRoot2" presStyleCnt="0"/>
      <dgm:spPr/>
    </dgm:pt>
    <dgm:pt modelId="{B9438D49-4FC4-4FEE-9BFC-DF29E2A86AA7}" type="pres">
      <dgm:prSet presAssocID="{ED46127B-0A8B-454A-A25D-5368D6D9166E}" presName="composite2" presStyleCnt="0"/>
      <dgm:spPr/>
    </dgm:pt>
    <dgm:pt modelId="{A09D757D-58A5-44C4-AB1B-80FE4730D8BD}" type="pres">
      <dgm:prSet presAssocID="{ED46127B-0A8B-454A-A25D-5368D6D9166E}" presName="background2" presStyleLbl="node2" presStyleIdx="1" presStyleCnt="5"/>
      <dgm:spPr/>
    </dgm:pt>
    <dgm:pt modelId="{F17F4297-659B-4830-8B4A-A5DB4A176EE7}" type="pres">
      <dgm:prSet presAssocID="{ED46127B-0A8B-454A-A25D-5368D6D9166E}" presName="text2" presStyleLbl="fgAcc2" presStyleIdx="1" presStyleCnt="5">
        <dgm:presLayoutVars>
          <dgm:chPref val="3"/>
        </dgm:presLayoutVars>
      </dgm:prSet>
      <dgm:spPr/>
    </dgm:pt>
    <dgm:pt modelId="{64588C3C-3800-44BF-962C-B470435A8132}" type="pres">
      <dgm:prSet presAssocID="{ED46127B-0A8B-454A-A25D-5368D6D9166E}" presName="hierChild3" presStyleCnt="0"/>
      <dgm:spPr/>
    </dgm:pt>
    <dgm:pt modelId="{31621FD3-378A-49F8-B5B8-4043C574EB5A}" type="pres">
      <dgm:prSet presAssocID="{35209345-C93E-492D-B32A-2651CC0C3E82}" presName="Name10" presStyleLbl="parChTrans1D2" presStyleIdx="2" presStyleCnt="5"/>
      <dgm:spPr/>
    </dgm:pt>
    <dgm:pt modelId="{5CC59E53-F838-4239-9FB6-8BDB89B21064}" type="pres">
      <dgm:prSet presAssocID="{8DB51AAC-9BA4-423C-880C-CBC75D2E2908}" presName="hierRoot2" presStyleCnt="0"/>
      <dgm:spPr/>
    </dgm:pt>
    <dgm:pt modelId="{FDAA4BFA-525F-4A82-84A7-E817FCD4AE9D}" type="pres">
      <dgm:prSet presAssocID="{8DB51AAC-9BA4-423C-880C-CBC75D2E2908}" presName="composite2" presStyleCnt="0"/>
      <dgm:spPr/>
    </dgm:pt>
    <dgm:pt modelId="{D5961147-2504-426A-8916-D79F1FE92EC1}" type="pres">
      <dgm:prSet presAssocID="{8DB51AAC-9BA4-423C-880C-CBC75D2E2908}" presName="background2" presStyleLbl="node2" presStyleIdx="2" presStyleCnt="5"/>
      <dgm:spPr/>
    </dgm:pt>
    <dgm:pt modelId="{FBA497BC-EAA0-4C46-A51B-5A136C8B665D}" type="pres">
      <dgm:prSet presAssocID="{8DB51AAC-9BA4-423C-880C-CBC75D2E2908}" presName="text2" presStyleLbl="fgAcc2" presStyleIdx="2" presStyleCnt="5">
        <dgm:presLayoutVars>
          <dgm:chPref val="3"/>
        </dgm:presLayoutVars>
      </dgm:prSet>
      <dgm:spPr/>
    </dgm:pt>
    <dgm:pt modelId="{5DDF1FD1-B20A-429A-89E7-E2520D47DD19}" type="pres">
      <dgm:prSet presAssocID="{8DB51AAC-9BA4-423C-880C-CBC75D2E2908}" presName="hierChild3" presStyleCnt="0"/>
      <dgm:spPr/>
    </dgm:pt>
    <dgm:pt modelId="{05BB791F-5223-4D39-952F-9F0E865804D9}" type="pres">
      <dgm:prSet presAssocID="{BA643DFE-F93E-447F-9953-D1EB06D381BE}" presName="Name10" presStyleLbl="parChTrans1D2" presStyleIdx="3" presStyleCnt="5"/>
      <dgm:spPr/>
    </dgm:pt>
    <dgm:pt modelId="{167ABB55-5F16-4100-B096-51CB56F98723}" type="pres">
      <dgm:prSet presAssocID="{47BE026D-672D-4303-BC78-58E9F86BCC85}" presName="hierRoot2" presStyleCnt="0"/>
      <dgm:spPr/>
    </dgm:pt>
    <dgm:pt modelId="{455C9926-932E-4F6D-B811-1C18D8E836AF}" type="pres">
      <dgm:prSet presAssocID="{47BE026D-672D-4303-BC78-58E9F86BCC85}" presName="composite2" presStyleCnt="0"/>
      <dgm:spPr/>
    </dgm:pt>
    <dgm:pt modelId="{10CF4378-253C-448E-A35C-33C7EBD34C57}" type="pres">
      <dgm:prSet presAssocID="{47BE026D-672D-4303-BC78-58E9F86BCC85}" presName="background2" presStyleLbl="node2" presStyleIdx="3" presStyleCnt="5"/>
      <dgm:spPr/>
    </dgm:pt>
    <dgm:pt modelId="{154E7596-D47A-4B7A-8C5E-97DF605182DF}" type="pres">
      <dgm:prSet presAssocID="{47BE026D-672D-4303-BC78-58E9F86BCC85}" presName="text2" presStyleLbl="fgAcc2" presStyleIdx="3" presStyleCnt="5">
        <dgm:presLayoutVars>
          <dgm:chPref val="3"/>
        </dgm:presLayoutVars>
      </dgm:prSet>
      <dgm:spPr/>
    </dgm:pt>
    <dgm:pt modelId="{3C65C025-AB72-461E-A811-0C9DBD1F4647}" type="pres">
      <dgm:prSet presAssocID="{47BE026D-672D-4303-BC78-58E9F86BCC85}" presName="hierChild3" presStyleCnt="0"/>
      <dgm:spPr/>
    </dgm:pt>
    <dgm:pt modelId="{052B3031-F9A5-439B-AD50-AA99BAE5EAE6}" type="pres">
      <dgm:prSet presAssocID="{974CACE3-906D-4A88-9A1D-3B35E6498386}" presName="Name10" presStyleLbl="parChTrans1D2" presStyleIdx="4" presStyleCnt="5"/>
      <dgm:spPr/>
    </dgm:pt>
    <dgm:pt modelId="{1CC75995-3FAA-411B-874A-F1A846EEC28A}" type="pres">
      <dgm:prSet presAssocID="{33A4CD73-5EFE-4A31-B1DF-44281CB4F7B9}" presName="hierRoot2" presStyleCnt="0"/>
      <dgm:spPr/>
    </dgm:pt>
    <dgm:pt modelId="{2E4EA06E-7140-4896-A033-40F7B3DE1D4A}" type="pres">
      <dgm:prSet presAssocID="{33A4CD73-5EFE-4A31-B1DF-44281CB4F7B9}" presName="composite2" presStyleCnt="0"/>
      <dgm:spPr/>
    </dgm:pt>
    <dgm:pt modelId="{8F804111-7B7E-41E2-96E6-B5A33CF2F58A}" type="pres">
      <dgm:prSet presAssocID="{33A4CD73-5EFE-4A31-B1DF-44281CB4F7B9}" presName="background2" presStyleLbl="node2" presStyleIdx="4" presStyleCnt="5"/>
      <dgm:spPr/>
    </dgm:pt>
    <dgm:pt modelId="{5D12BC07-1144-4155-8103-8960D9F312BC}" type="pres">
      <dgm:prSet presAssocID="{33A4CD73-5EFE-4A31-B1DF-44281CB4F7B9}" presName="text2" presStyleLbl="fgAcc2" presStyleIdx="4" presStyleCnt="5">
        <dgm:presLayoutVars>
          <dgm:chPref val="3"/>
        </dgm:presLayoutVars>
      </dgm:prSet>
      <dgm:spPr/>
    </dgm:pt>
    <dgm:pt modelId="{66441B9B-B6FB-467F-9354-926EC708FB6D}" type="pres">
      <dgm:prSet presAssocID="{33A4CD73-5EFE-4A31-B1DF-44281CB4F7B9}" presName="hierChild3" presStyleCnt="0"/>
      <dgm:spPr/>
    </dgm:pt>
  </dgm:ptLst>
  <dgm:cxnLst>
    <dgm:cxn modelId="{177DC910-74B1-480D-BC05-BED15E71BEA5}" type="presOf" srcId="{33A4CD73-5EFE-4A31-B1DF-44281CB4F7B9}" destId="{5D12BC07-1144-4155-8103-8960D9F312BC}" srcOrd="0" destOrd="0" presId="urn:microsoft.com/office/officeart/2005/8/layout/hierarchy1"/>
    <dgm:cxn modelId="{E6A86413-26B8-43E4-A7A9-3B92F903C507}" srcId="{14167F90-E7D7-492B-BA28-46A253D50A1F}" destId="{ED46127B-0A8B-454A-A25D-5368D6D9166E}" srcOrd="1" destOrd="0" parTransId="{8C22DEDA-45A8-4CF4-968E-59D455C9A6D1}" sibTransId="{C0918B2D-F2BD-4C94-A21C-FF3D87C414F9}"/>
    <dgm:cxn modelId="{E73B5722-1358-4B4D-90BD-9A4F83FA8696}" type="presOf" srcId="{ED46127B-0A8B-454A-A25D-5368D6D9166E}" destId="{F17F4297-659B-4830-8B4A-A5DB4A176EE7}" srcOrd="0" destOrd="0" presId="urn:microsoft.com/office/officeart/2005/8/layout/hierarchy1"/>
    <dgm:cxn modelId="{49E93325-1133-4DBE-97B7-6B6716F33A9A}" type="presOf" srcId="{ED5BF992-75E1-4C9E-B8D9-E46A957CE3E0}" destId="{15C396F5-42F1-4F4D-B4F8-F49F9564C291}" srcOrd="0" destOrd="0" presId="urn:microsoft.com/office/officeart/2005/8/layout/hierarchy1"/>
    <dgm:cxn modelId="{4ABFC628-C2BC-4218-B3E4-5689C2D87DEA}" type="presOf" srcId="{32DAD259-F3AE-4268-A2A2-AE07987DEE5E}" destId="{AAD183FE-BF69-4CBF-8B2F-B8D62DD328AA}" srcOrd="0" destOrd="0" presId="urn:microsoft.com/office/officeart/2005/8/layout/hierarchy1"/>
    <dgm:cxn modelId="{F6D36B3A-90BB-4814-88D3-FFCFE9D599C2}" srcId="{146C331B-00DF-40E1-A62A-F56B37AC388C}" destId="{14167F90-E7D7-492B-BA28-46A253D50A1F}" srcOrd="0" destOrd="0" parTransId="{E25C3A2C-E086-45D6-949D-3C6324E9943D}" sibTransId="{E79AB068-42FC-4F4C-AB07-0BAD4396F4B0}"/>
    <dgm:cxn modelId="{346F5E3C-B66B-47FA-B291-507F966808A0}" type="presOf" srcId="{14167F90-E7D7-492B-BA28-46A253D50A1F}" destId="{BFCD3A6A-1248-4321-8192-9EC7E399BC2B}" srcOrd="0" destOrd="0" presId="urn:microsoft.com/office/officeart/2005/8/layout/hierarchy1"/>
    <dgm:cxn modelId="{9C30D068-F430-4870-B424-BD5C2A07B778}" type="presOf" srcId="{8C22DEDA-45A8-4CF4-968E-59D455C9A6D1}" destId="{06C008FE-DF60-43E0-A37E-B272F7D9A681}" srcOrd="0" destOrd="0" presId="urn:microsoft.com/office/officeart/2005/8/layout/hierarchy1"/>
    <dgm:cxn modelId="{C0C7284A-84D2-4791-A31F-0772459E5A76}" type="presOf" srcId="{35209345-C93E-492D-B32A-2651CC0C3E82}" destId="{31621FD3-378A-49F8-B5B8-4043C574EB5A}" srcOrd="0" destOrd="0" presId="urn:microsoft.com/office/officeart/2005/8/layout/hierarchy1"/>
    <dgm:cxn modelId="{E98B294C-318A-4D4F-8AA3-C67E60AD2802}" type="presOf" srcId="{146C331B-00DF-40E1-A62A-F56B37AC388C}" destId="{07A16274-E8A2-49D4-82E4-EE89C0614091}" srcOrd="0" destOrd="0" presId="urn:microsoft.com/office/officeart/2005/8/layout/hierarchy1"/>
    <dgm:cxn modelId="{1F3CEE76-10A1-4532-B71C-BBF7670FD1F6}" srcId="{14167F90-E7D7-492B-BA28-46A253D50A1F}" destId="{33A4CD73-5EFE-4A31-B1DF-44281CB4F7B9}" srcOrd="4" destOrd="0" parTransId="{974CACE3-906D-4A88-9A1D-3B35E6498386}" sibTransId="{7618FC96-9BE4-4AA1-8A2C-CC21074081C1}"/>
    <dgm:cxn modelId="{2CCE5383-1B4D-46DF-85DF-164197B2712D}" srcId="{14167F90-E7D7-492B-BA28-46A253D50A1F}" destId="{47BE026D-672D-4303-BC78-58E9F86BCC85}" srcOrd="3" destOrd="0" parTransId="{BA643DFE-F93E-447F-9953-D1EB06D381BE}" sibTransId="{D9B50FCF-E3CD-4425-8E3A-AAA2780A235E}"/>
    <dgm:cxn modelId="{06931C84-72F5-4B5B-B032-726145F502A6}" type="presOf" srcId="{974CACE3-906D-4A88-9A1D-3B35E6498386}" destId="{052B3031-F9A5-439B-AD50-AA99BAE5EAE6}" srcOrd="0" destOrd="0" presId="urn:microsoft.com/office/officeart/2005/8/layout/hierarchy1"/>
    <dgm:cxn modelId="{3A5D1386-A706-4B15-A730-3EF32FDA6860}" type="presOf" srcId="{47BE026D-672D-4303-BC78-58E9F86BCC85}" destId="{154E7596-D47A-4B7A-8C5E-97DF605182DF}" srcOrd="0" destOrd="0" presId="urn:microsoft.com/office/officeart/2005/8/layout/hierarchy1"/>
    <dgm:cxn modelId="{D6C06688-01BF-4671-87DF-F696D9ECA268}" type="presOf" srcId="{8DB51AAC-9BA4-423C-880C-CBC75D2E2908}" destId="{FBA497BC-EAA0-4C46-A51B-5A136C8B665D}" srcOrd="0" destOrd="0" presId="urn:microsoft.com/office/officeart/2005/8/layout/hierarchy1"/>
    <dgm:cxn modelId="{1CF32697-A4DB-45A4-9685-412C04FE6C21}" type="presOf" srcId="{BA643DFE-F93E-447F-9953-D1EB06D381BE}" destId="{05BB791F-5223-4D39-952F-9F0E865804D9}" srcOrd="0" destOrd="0" presId="urn:microsoft.com/office/officeart/2005/8/layout/hierarchy1"/>
    <dgm:cxn modelId="{626E7B97-1B68-4164-9181-16E7C6E6240C}" srcId="{14167F90-E7D7-492B-BA28-46A253D50A1F}" destId="{8DB51AAC-9BA4-423C-880C-CBC75D2E2908}" srcOrd="2" destOrd="0" parTransId="{35209345-C93E-492D-B32A-2651CC0C3E82}" sibTransId="{435693F1-B36B-4175-95AA-7FED83654096}"/>
    <dgm:cxn modelId="{1DD864C6-F928-4010-9A72-477B8E977B15}" srcId="{14167F90-E7D7-492B-BA28-46A253D50A1F}" destId="{32DAD259-F3AE-4268-A2A2-AE07987DEE5E}" srcOrd="0" destOrd="0" parTransId="{ED5BF992-75E1-4C9E-B8D9-E46A957CE3E0}" sibTransId="{A8C85CA7-B645-4777-B3CA-301C4DD15D5A}"/>
    <dgm:cxn modelId="{0B9E5291-BFEB-4520-846B-19F2AAE57764}" type="presParOf" srcId="{07A16274-E8A2-49D4-82E4-EE89C0614091}" destId="{AC5948D7-7346-45D2-B3A3-744749810696}" srcOrd="0" destOrd="0" presId="urn:microsoft.com/office/officeart/2005/8/layout/hierarchy1"/>
    <dgm:cxn modelId="{0C9F0999-AE2E-4143-B911-93BC7AF51975}" type="presParOf" srcId="{AC5948D7-7346-45D2-B3A3-744749810696}" destId="{811963BD-6614-486E-9A57-F7F2CBE698FE}" srcOrd="0" destOrd="0" presId="urn:microsoft.com/office/officeart/2005/8/layout/hierarchy1"/>
    <dgm:cxn modelId="{0F3E4053-0DB8-453B-A4B0-EA5E2D37C86B}" type="presParOf" srcId="{811963BD-6614-486E-9A57-F7F2CBE698FE}" destId="{65857280-14F8-48EA-BEC3-401039568A1D}" srcOrd="0" destOrd="0" presId="urn:microsoft.com/office/officeart/2005/8/layout/hierarchy1"/>
    <dgm:cxn modelId="{56A25F96-73AA-444A-9644-292BC778A252}" type="presParOf" srcId="{811963BD-6614-486E-9A57-F7F2CBE698FE}" destId="{BFCD3A6A-1248-4321-8192-9EC7E399BC2B}" srcOrd="1" destOrd="0" presId="urn:microsoft.com/office/officeart/2005/8/layout/hierarchy1"/>
    <dgm:cxn modelId="{D42C8949-5C4E-4931-B6AB-A0448D8F30C2}" type="presParOf" srcId="{AC5948D7-7346-45D2-B3A3-744749810696}" destId="{0038182D-2928-4256-8B05-A6C3F8D9AFEF}" srcOrd="1" destOrd="0" presId="urn:microsoft.com/office/officeart/2005/8/layout/hierarchy1"/>
    <dgm:cxn modelId="{13CCE9CD-1D05-433B-965D-6696C34C1B3B}" type="presParOf" srcId="{0038182D-2928-4256-8B05-A6C3F8D9AFEF}" destId="{15C396F5-42F1-4F4D-B4F8-F49F9564C291}" srcOrd="0" destOrd="0" presId="urn:microsoft.com/office/officeart/2005/8/layout/hierarchy1"/>
    <dgm:cxn modelId="{9014AD69-F285-4895-8046-F3EBA75C2802}" type="presParOf" srcId="{0038182D-2928-4256-8B05-A6C3F8D9AFEF}" destId="{9110B0B2-FF8B-404A-BCAA-644EA65EBC7D}" srcOrd="1" destOrd="0" presId="urn:microsoft.com/office/officeart/2005/8/layout/hierarchy1"/>
    <dgm:cxn modelId="{473A2210-087B-4E39-A97C-B306661EF674}" type="presParOf" srcId="{9110B0B2-FF8B-404A-BCAA-644EA65EBC7D}" destId="{DB6985A7-D687-45CE-87F3-998E372CDFE6}" srcOrd="0" destOrd="0" presId="urn:microsoft.com/office/officeart/2005/8/layout/hierarchy1"/>
    <dgm:cxn modelId="{DAF06C1C-58D9-4EBA-B988-C57C43F658FD}" type="presParOf" srcId="{DB6985A7-D687-45CE-87F3-998E372CDFE6}" destId="{32F73EB2-2E61-4688-82D4-A51896131C98}" srcOrd="0" destOrd="0" presId="urn:microsoft.com/office/officeart/2005/8/layout/hierarchy1"/>
    <dgm:cxn modelId="{2040216D-45DE-4266-B818-9766A8FF23DB}" type="presParOf" srcId="{DB6985A7-D687-45CE-87F3-998E372CDFE6}" destId="{AAD183FE-BF69-4CBF-8B2F-B8D62DD328AA}" srcOrd="1" destOrd="0" presId="urn:microsoft.com/office/officeart/2005/8/layout/hierarchy1"/>
    <dgm:cxn modelId="{91B67A28-FEB6-4987-B44D-19A4729D5416}" type="presParOf" srcId="{9110B0B2-FF8B-404A-BCAA-644EA65EBC7D}" destId="{5180119B-8DC9-403E-9323-2D19D7EC3750}" srcOrd="1" destOrd="0" presId="urn:microsoft.com/office/officeart/2005/8/layout/hierarchy1"/>
    <dgm:cxn modelId="{AE5AE238-3F65-4786-8159-89C4F68CFC0B}" type="presParOf" srcId="{0038182D-2928-4256-8B05-A6C3F8D9AFEF}" destId="{06C008FE-DF60-43E0-A37E-B272F7D9A681}" srcOrd="2" destOrd="0" presId="urn:microsoft.com/office/officeart/2005/8/layout/hierarchy1"/>
    <dgm:cxn modelId="{3E982647-8A8F-4316-9531-552750C5F33B}" type="presParOf" srcId="{0038182D-2928-4256-8B05-A6C3F8D9AFEF}" destId="{31F6A1DD-0EC3-419E-9AA6-D1B73F6CB5AC}" srcOrd="3" destOrd="0" presId="urn:microsoft.com/office/officeart/2005/8/layout/hierarchy1"/>
    <dgm:cxn modelId="{5CA3485E-DE1C-4084-BFA0-81405003AF91}" type="presParOf" srcId="{31F6A1DD-0EC3-419E-9AA6-D1B73F6CB5AC}" destId="{B9438D49-4FC4-4FEE-9BFC-DF29E2A86AA7}" srcOrd="0" destOrd="0" presId="urn:microsoft.com/office/officeart/2005/8/layout/hierarchy1"/>
    <dgm:cxn modelId="{253FE3E5-9D67-4FF5-AC20-D7A4A2A72D17}" type="presParOf" srcId="{B9438D49-4FC4-4FEE-9BFC-DF29E2A86AA7}" destId="{A09D757D-58A5-44C4-AB1B-80FE4730D8BD}" srcOrd="0" destOrd="0" presId="urn:microsoft.com/office/officeart/2005/8/layout/hierarchy1"/>
    <dgm:cxn modelId="{E549F296-A4A0-494C-99C9-82391B454CDC}" type="presParOf" srcId="{B9438D49-4FC4-4FEE-9BFC-DF29E2A86AA7}" destId="{F17F4297-659B-4830-8B4A-A5DB4A176EE7}" srcOrd="1" destOrd="0" presId="urn:microsoft.com/office/officeart/2005/8/layout/hierarchy1"/>
    <dgm:cxn modelId="{ACE3B2BC-2002-4A85-97FB-2F0C4D8FEADF}" type="presParOf" srcId="{31F6A1DD-0EC3-419E-9AA6-D1B73F6CB5AC}" destId="{64588C3C-3800-44BF-962C-B470435A8132}" srcOrd="1" destOrd="0" presId="urn:microsoft.com/office/officeart/2005/8/layout/hierarchy1"/>
    <dgm:cxn modelId="{E53EF452-9F9D-44B9-9674-21F336CA1CE2}" type="presParOf" srcId="{0038182D-2928-4256-8B05-A6C3F8D9AFEF}" destId="{31621FD3-378A-49F8-B5B8-4043C574EB5A}" srcOrd="4" destOrd="0" presId="urn:microsoft.com/office/officeart/2005/8/layout/hierarchy1"/>
    <dgm:cxn modelId="{226EBE28-EAF0-4116-BC7A-2DEFD95FDF8E}" type="presParOf" srcId="{0038182D-2928-4256-8B05-A6C3F8D9AFEF}" destId="{5CC59E53-F838-4239-9FB6-8BDB89B21064}" srcOrd="5" destOrd="0" presId="urn:microsoft.com/office/officeart/2005/8/layout/hierarchy1"/>
    <dgm:cxn modelId="{74E11C18-D551-47AE-A094-A83BD07D431A}" type="presParOf" srcId="{5CC59E53-F838-4239-9FB6-8BDB89B21064}" destId="{FDAA4BFA-525F-4A82-84A7-E817FCD4AE9D}" srcOrd="0" destOrd="0" presId="urn:microsoft.com/office/officeart/2005/8/layout/hierarchy1"/>
    <dgm:cxn modelId="{C220FAA7-DEBF-44F9-84C6-163B772CD226}" type="presParOf" srcId="{FDAA4BFA-525F-4A82-84A7-E817FCD4AE9D}" destId="{D5961147-2504-426A-8916-D79F1FE92EC1}" srcOrd="0" destOrd="0" presId="urn:microsoft.com/office/officeart/2005/8/layout/hierarchy1"/>
    <dgm:cxn modelId="{30C3C4FC-9DCB-4B52-819C-F28CAD6EE7A7}" type="presParOf" srcId="{FDAA4BFA-525F-4A82-84A7-E817FCD4AE9D}" destId="{FBA497BC-EAA0-4C46-A51B-5A136C8B665D}" srcOrd="1" destOrd="0" presId="urn:microsoft.com/office/officeart/2005/8/layout/hierarchy1"/>
    <dgm:cxn modelId="{1DE105C4-8BAF-40BB-A2A9-867274EE08E3}" type="presParOf" srcId="{5CC59E53-F838-4239-9FB6-8BDB89B21064}" destId="{5DDF1FD1-B20A-429A-89E7-E2520D47DD19}" srcOrd="1" destOrd="0" presId="urn:microsoft.com/office/officeart/2005/8/layout/hierarchy1"/>
    <dgm:cxn modelId="{2A86B91D-3B91-4A34-8808-83FD7D9A6EFC}" type="presParOf" srcId="{0038182D-2928-4256-8B05-A6C3F8D9AFEF}" destId="{05BB791F-5223-4D39-952F-9F0E865804D9}" srcOrd="6" destOrd="0" presId="urn:microsoft.com/office/officeart/2005/8/layout/hierarchy1"/>
    <dgm:cxn modelId="{595BFFC4-20B7-4190-AE9F-FAD896329225}" type="presParOf" srcId="{0038182D-2928-4256-8B05-A6C3F8D9AFEF}" destId="{167ABB55-5F16-4100-B096-51CB56F98723}" srcOrd="7" destOrd="0" presId="urn:microsoft.com/office/officeart/2005/8/layout/hierarchy1"/>
    <dgm:cxn modelId="{E8AE947C-7002-4FD6-9594-82B15136CC93}" type="presParOf" srcId="{167ABB55-5F16-4100-B096-51CB56F98723}" destId="{455C9926-932E-4F6D-B811-1C18D8E836AF}" srcOrd="0" destOrd="0" presId="urn:microsoft.com/office/officeart/2005/8/layout/hierarchy1"/>
    <dgm:cxn modelId="{4156E158-4E3A-4A6F-B95C-10F0943A12F2}" type="presParOf" srcId="{455C9926-932E-4F6D-B811-1C18D8E836AF}" destId="{10CF4378-253C-448E-A35C-33C7EBD34C57}" srcOrd="0" destOrd="0" presId="urn:microsoft.com/office/officeart/2005/8/layout/hierarchy1"/>
    <dgm:cxn modelId="{CD208268-9651-42DD-8E82-1A2F24BED4F0}" type="presParOf" srcId="{455C9926-932E-4F6D-B811-1C18D8E836AF}" destId="{154E7596-D47A-4B7A-8C5E-97DF605182DF}" srcOrd="1" destOrd="0" presId="urn:microsoft.com/office/officeart/2005/8/layout/hierarchy1"/>
    <dgm:cxn modelId="{3FA76561-AE58-40D9-997F-F077751F16E9}" type="presParOf" srcId="{167ABB55-5F16-4100-B096-51CB56F98723}" destId="{3C65C025-AB72-461E-A811-0C9DBD1F4647}" srcOrd="1" destOrd="0" presId="urn:microsoft.com/office/officeart/2005/8/layout/hierarchy1"/>
    <dgm:cxn modelId="{64AC5BA5-1D8D-4838-A078-6BCE96451595}" type="presParOf" srcId="{0038182D-2928-4256-8B05-A6C3F8D9AFEF}" destId="{052B3031-F9A5-439B-AD50-AA99BAE5EAE6}" srcOrd="8" destOrd="0" presId="urn:microsoft.com/office/officeart/2005/8/layout/hierarchy1"/>
    <dgm:cxn modelId="{46FC7D2C-5962-4BE4-BEAB-D8E2150F62E8}" type="presParOf" srcId="{0038182D-2928-4256-8B05-A6C3F8D9AFEF}" destId="{1CC75995-3FAA-411B-874A-F1A846EEC28A}" srcOrd="9" destOrd="0" presId="urn:microsoft.com/office/officeart/2005/8/layout/hierarchy1"/>
    <dgm:cxn modelId="{1E55DB8C-C1D1-44C3-A69C-073D74781D13}" type="presParOf" srcId="{1CC75995-3FAA-411B-874A-F1A846EEC28A}" destId="{2E4EA06E-7140-4896-A033-40F7B3DE1D4A}" srcOrd="0" destOrd="0" presId="urn:microsoft.com/office/officeart/2005/8/layout/hierarchy1"/>
    <dgm:cxn modelId="{94CE1CF8-8BCB-4FF1-BB65-CAB035F399C4}" type="presParOf" srcId="{2E4EA06E-7140-4896-A033-40F7B3DE1D4A}" destId="{8F804111-7B7E-41E2-96E6-B5A33CF2F58A}" srcOrd="0" destOrd="0" presId="urn:microsoft.com/office/officeart/2005/8/layout/hierarchy1"/>
    <dgm:cxn modelId="{5A135F6E-9D7E-46A4-87BF-B38FE16AF6D5}" type="presParOf" srcId="{2E4EA06E-7140-4896-A033-40F7B3DE1D4A}" destId="{5D12BC07-1144-4155-8103-8960D9F312BC}" srcOrd="1" destOrd="0" presId="urn:microsoft.com/office/officeart/2005/8/layout/hierarchy1"/>
    <dgm:cxn modelId="{34A7E0DF-6640-422C-9FC4-76FA534D74D2}" type="presParOf" srcId="{1CC75995-3FAA-411B-874A-F1A846EEC28A}" destId="{66441B9B-B6FB-467F-9354-926EC708FB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24E50-15E6-4278-94F4-5BEBA2B82DF7}">
      <dsp:nvSpPr>
        <dsp:cNvPr id="0" name=""/>
        <dsp:cNvSpPr/>
      </dsp:nvSpPr>
      <dsp:spPr>
        <a:xfrm>
          <a:off x="2207641" y="2202175"/>
          <a:ext cx="861938" cy="410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542"/>
              </a:lnTo>
              <a:lnTo>
                <a:pt x="861938" y="279542"/>
              </a:lnTo>
              <a:lnTo>
                <a:pt x="861938" y="4102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2412A9-3469-4285-AA35-A72C4E4095E5}">
      <dsp:nvSpPr>
        <dsp:cNvPr id="0" name=""/>
        <dsp:cNvSpPr/>
      </dsp:nvSpPr>
      <dsp:spPr>
        <a:xfrm>
          <a:off x="1345703" y="2202175"/>
          <a:ext cx="861938" cy="410204"/>
        </a:xfrm>
        <a:custGeom>
          <a:avLst/>
          <a:gdLst/>
          <a:ahLst/>
          <a:cxnLst/>
          <a:rect l="0" t="0" r="0" b="0"/>
          <a:pathLst>
            <a:path>
              <a:moveTo>
                <a:pt x="861938" y="0"/>
              </a:moveTo>
              <a:lnTo>
                <a:pt x="861938" y="279542"/>
              </a:lnTo>
              <a:lnTo>
                <a:pt x="0" y="279542"/>
              </a:lnTo>
              <a:lnTo>
                <a:pt x="0" y="4102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56E8EF-892E-40EC-B911-C70A92D7075D}">
      <dsp:nvSpPr>
        <dsp:cNvPr id="0" name=""/>
        <dsp:cNvSpPr/>
      </dsp:nvSpPr>
      <dsp:spPr>
        <a:xfrm>
          <a:off x="2161921" y="896339"/>
          <a:ext cx="91440" cy="4102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02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10208D-87F2-41A5-822B-C3EFC864FCCF}">
      <dsp:nvSpPr>
        <dsp:cNvPr id="0" name=""/>
        <dsp:cNvSpPr/>
      </dsp:nvSpPr>
      <dsp:spPr>
        <a:xfrm>
          <a:off x="1502419" y="707"/>
          <a:ext cx="1410444" cy="895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5DEA4-9B10-45AB-BAA1-555EA3A3AA1A}">
      <dsp:nvSpPr>
        <dsp:cNvPr id="0" name=""/>
        <dsp:cNvSpPr/>
      </dsp:nvSpPr>
      <dsp:spPr>
        <a:xfrm>
          <a:off x="1659135" y="149587"/>
          <a:ext cx="1410444" cy="895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Dirección nacional</a:t>
          </a:r>
        </a:p>
      </dsp:txBody>
      <dsp:txXfrm>
        <a:off x="1685367" y="175819"/>
        <a:ext cx="1357980" cy="843168"/>
      </dsp:txXfrm>
    </dsp:sp>
    <dsp:sp modelId="{CF0DDF7F-C0CF-401B-AF2A-98C5395CE44C}">
      <dsp:nvSpPr>
        <dsp:cNvPr id="0" name=""/>
        <dsp:cNvSpPr/>
      </dsp:nvSpPr>
      <dsp:spPr>
        <a:xfrm>
          <a:off x="1502419" y="1306543"/>
          <a:ext cx="1410444" cy="895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E082E-C1EA-4D94-9941-B9BE1A1AEC99}">
      <dsp:nvSpPr>
        <dsp:cNvPr id="0" name=""/>
        <dsp:cNvSpPr/>
      </dsp:nvSpPr>
      <dsp:spPr>
        <a:xfrm>
          <a:off x="1659135" y="1455424"/>
          <a:ext cx="1410444" cy="895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Gobierno de Datos</a:t>
          </a:r>
        </a:p>
      </dsp:txBody>
      <dsp:txXfrm>
        <a:off x="1685367" y="1481656"/>
        <a:ext cx="1357980" cy="843168"/>
      </dsp:txXfrm>
    </dsp:sp>
    <dsp:sp modelId="{E070745D-55E4-456B-9A5D-75FF5ECD6F6E}">
      <dsp:nvSpPr>
        <dsp:cNvPr id="0" name=""/>
        <dsp:cNvSpPr/>
      </dsp:nvSpPr>
      <dsp:spPr>
        <a:xfrm>
          <a:off x="640481" y="2612380"/>
          <a:ext cx="1410444" cy="895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D4CE9-55B2-4EBD-8246-9F4947D8AE5A}">
      <dsp:nvSpPr>
        <dsp:cNvPr id="0" name=""/>
        <dsp:cNvSpPr/>
      </dsp:nvSpPr>
      <dsp:spPr>
        <a:xfrm>
          <a:off x="797197" y="2761260"/>
          <a:ext cx="1410444" cy="895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Área de Ciencia de Datos</a:t>
          </a:r>
        </a:p>
      </dsp:txBody>
      <dsp:txXfrm>
        <a:off x="823429" y="2787492"/>
        <a:ext cx="1357980" cy="843168"/>
      </dsp:txXfrm>
    </dsp:sp>
    <dsp:sp modelId="{DAE89071-4BEF-4EAF-82DB-816CCDD42DA7}">
      <dsp:nvSpPr>
        <dsp:cNvPr id="0" name=""/>
        <dsp:cNvSpPr/>
      </dsp:nvSpPr>
      <dsp:spPr>
        <a:xfrm>
          <a:off x="2364358" y="2612380"/>
          <a:ext cx="1410444" cy="895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9AE20-FB15-4185-B442-B2326C1810FB}">
      <dsp:nvSpPr>
        <dsp:cNvPr id="0" name=""/>
        <dsp:cNvSpPr/>
      </dsp:nvSpPr>
      <dsp:spPr>
        <a:xfrm>
          <a:off x="2521074" y="2761260"/>
          <a:ext cx="1410444" cy="8956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 Área de Gobierno de Datos</a:t>
          </a:r>
        </a:p>
      </dsp:txBody>
      <dsp:txXfrm>
        <a:off x="2547306" y="2787492"/>
        <a:ext cx="1357980" cy="8431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B3031-F9A5-439B-AD50-AA99BAE5EAE6}">
      <dsp:nvSpPr>
        <dsp:cNvPr id="0" name=""/>
        <dsp:cNvSpPr/>
      </dsp:nvSpPr>
      <dsp:spPr>
        <a:xfrm>
          <a:off x="3141173" y="1955648"/>
          <a:ext cx="2605950" cy="310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89"/>
              </a:lnTo>
              <a:lnTo>
                <a:pt x="2605950" y="211289"/>
              </a:lnTo>
              <a:lnTo>
                <a:pt x="2605950" y="3100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BB791F-5223-4D39-952F-9F0E865804D9}">
      <dsp:nvSpPr>
        <dsp:cNvPr id="0" name=""/>
        <dsp:cNvSpPr/>
      </dsp:nvSpPr>
      <dsp:spPr>
        <a:xfrm>
          <a:off x="3141173" y="1955648"/>
          <a:ext cx="1302975" cy="310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89"/>
              </a:lnTo>
              <a:lnTo>
                <a:pt x="1302975" y="211289"/>
              </a:lnTo>
              <a:lnTo>
                <a:pt x="1302975" y="3100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21FD3-378A-49F8-B5B8-4043C574EB5A}">
      <dsp:nvSpPr>
        <dsp:cNvPr id="0" name=""/>
        <dsp:cNvSpPr/>
      </dsp:nvSpPr>
      <dsp:spPr>
        <a:xfrm>
          <a:off x="3095453" y="1955648"/>
          <a:ext cx="91440" cy="3100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00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008FE-DF60-43E0-A37E-B272F7D9A681}">
      <dsp:nvSpPr>
        <dsp:cNvPr id="0" name=""/>
        <dsp:cNvSpPr/>
      </dsp:nvSpPr>
      <dsp:spPr>
        <a:xfrm>
          <a:off x="1838198" y="1955648"/>
          <a:ext cx="1302975" cy="310048"/>
        </a:xfrm>
        <a:custGeom>
          <a:avLst/>
          <a:gdLst/>
          <a:ahLst/>
          <a:cxnLst/>
          <a:rect l="0" t="0" r="0" b="0"/>
          <a:pathLst>
            <a:path>
              <a:moveTo>
                <a:pt x="1302975" y="0"/>
              </a:moveTo>
              <a:lnTo>
                <a:pt x="1302975" y="211289"/>
              </a:lnTo>
              <a:lnTo>
                <a:pt x="0" y="211289"/>
              </a:lnTo>
              <a:lnTo>
                <a:pt x="0" y="3100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C396F5-42F1-4F4D-B4F8-F49F9564C291}">
      <dsp:nvSpPr>
        <dsp:cNvPr id="0" name=""/>
        <dsp:cNvSpPr/>
      </dsp:nvSpPr>
      <dsp:spPr>
        <a:xfrm>
          <a:off x="535223" y="1955648"/>
          <a:ext cx="2605950" cy="310048"/>
        </a:xfrm>
        <a:custGeom>
          <a:avLst/>
          <a:gdLst/>
          <a:ahLst/>
          <a:cxnLst/>
          <a:rect l="0" t="0" r="0" b="0"/>
          <a:pathLst>
            <a:path>
              <a:moveTo>
                <a:pt x="2605950" y="0"/>
              </a:moveTo>
              <a:lnTo>
                <a:pt x="2605950" y="211289"/>
              </a:lnTo>
              <a:lnTo>
                <a:pt x="0" y="211289"/>
              </a:lnTo>
              <a:lnTo>
                <a:pt x="0" y="3100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57280-14F8-48EA-BEC3-401039568A1D}">
      <dsp:nvSpPr>
        <dsp:cNvPr id="0" name=""/>
        <dsp:cNvSpPr/>
      </dsp:nvSpPr>
      <dsp:spPr>
        <a:xfrm>
          <a:off x="2608138" y="1278693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D3A6A-1248-4321-8192-9EC7E399BC2B}">
      <dsp:nvSpPr>
        <dsp:cNvPr id="0" name=""/>
        <dsp:cNvSpPr/>
      </dsp:nvSpPr>
      <dsp:spPr>
        <a:xfrm>
          <a:off x="2726590" y="1391222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 Klaus Lehmann</a:t>
          </a:r>
        </a:p>
      </dsp:txBody>
      <dsp:txXfrm>
        <a:off x="2746417" y="1411049"/>
        <a:ext cx="1026416" cy="637300"/>
      </dsp:txXfrm>
    </dsp:sp>
    <dsp:sp modelId="{32F73EB2-2E61-4688-82D4-A51896131C98}">
      <dsp:nvSpPr>
        <dsp:cNvPr id="0" name=""/>
        <dsp:cNvSpPr/>
      </dsp:nvSpPr>
      <dsp:spPr>
        <a:xfrm>
          <a:off x="2187" y="2265697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183FE-BF69-4CBF-8B2F-B8D62DD328AA}">
      <dsp:nvSpPr>
        <dsp:cNvPr id="0" name=""/>
        <dsp:cNvSpPr/>
      </dsp:nvSpPr>
      <dsp:spPr>
        <a:xfrm>
          <a:off x="120640" y="2378226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 Juan Concha</a:t>
          </a:r>
        </a:p>
      </dsp:txBody>
      <dsp:txXfrm>
        <a:off x="140467" y="2398053"/>
        <a:ext cx="1026416" cy="637300"/>
      </dsp:txXfrm>
    </dsp:sp>
    <dsp:sp modelId="{A09D757D-58A5-44C4-AB1B-80FE4730D8BD}">
      <dsp:nvSpPr>
        <dsp:cNvPr id="0" name=""/>
        <dsp:cNvSpPr/>
      </dsp:nvSpPr>
      <dsp:spPr>
        <a:xfrm>
          <a:off x="1305163" y="2265697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F4297-659B-4830-8B4A-A5DB4A176EE7}">
      <dsp:nvSpPr>
        <dsp:cNvPr id="0" name=""/>
        <dsp:cNvSpPr/>
      </dsp:nvSpPr>
      <dsp:spPr>
        <a:xfrm>
          <a:off x="1423615" y="2378226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 Javiera Preuss</a:t>
          </a:r>
        </a:p>
      </dsp:txBody>
      <dsp:txXfrm>
        <a:off x="1443442" y="2398053"/>
        <a:ext cx="1026416" cy="637300"/>
      </dsp:txXfrm>
    </dsp:sp>
    <dsp:sp modelId="{D5961147-2504-426A-8916-D79F1FE92EC1}">
      <dsp:nvSpPr>
        <dsp:cNvPr id="0" name=""/>
        <dsp:cNvSpPr/>
      </dsp:nvSpPr>
      <dsp:spPr>
        <a:xfrm>
          <a:off x="2608138" y="2265697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497BC-EAA0-4C46-A51B-5A136C8B665D}">
      <dsp:nvSpPr>
        <dsp:cNvPr id="0" name=""/>
        <dsp:cNvSpPr/>
      </dsp:nvSpPr>
      <dsp:spPr>
        <a:xfrm>
          <a:off x="2726590" y="2378226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 panose="02110004020202020204"/>
              <a:ea typeface="+mn-ea"/>
              <a:cs typeface="+mn-cs"/>
            </a:rPr>
            <a:t>Hugo Soto</a:t>
          </a:r>
        </a:p>
      </dsp:txBody>
      <dsp:txXfrm>
        <a:off x="2746417" y="2398053"/>
        <a:ext cx="1026416" cy="637300"/>
      </dsp:txXfrm>
    </dsp:sp>
    <dsp:sp modelId="{10CF4378-253C-448E-A35C-33C7EBD34C57}">
      <dsp:nvSpPr>
        <dsp:cNvPr id="0" name=""/>
        <dsp:cNvSpPr/>
      </dsp:nvSpPr>
      <dsp:spPr>
        <a:xfrm>
          <a:off x="3911113" y="2265697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E7596-D47A-4B7A-8C5E-97DF605182DF}">
      <dsp:nvSpPr>
        <dsp:cNvPr id="0" name=""/>
        <dsp:cNvSpPr/>
      </dsp:nvSpPr>
      <dsp:spPr>
        <a:xfrm>
          <a:off x="4029566" y="2378226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>
              <a:latin typeface="Aptos"/>
              <a:ea typeface="+mn-ea"/>
              <a:cs typeface="+mn-cs"/>
            </a:rPr>
            <a:t>Loreto Gallardo</a:t>
          </a:r>
        </a:p>
      </dsp:txBody>
      <dsp:txXfrm>
        <a:off x="4049393" y="2398053"/>
        <a:ext cx="1026416" cy="637300"/>
      </dsp:txXfrm>
    </dsp:sp>
    <dsp:sp modelId="{8F804111-7B7E-41E2-96E6-B5A33CF2F58A}">
      <dsp:nvSpPr>
        <dsp:cNvPr id="0" name=""/>
        <dsp:cNvSpPr/>
      </dsp:nvSpPr>
      <dsp:spPr>
        <a:xfrm>
          <a:off x="5214089" y="2265697"/>
          <a:ext cx="1066070" cy="676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2BC07-1144-4155-8103-8960D9F312BC}">
      <dsp:nvSpPr>
        <dsp:cNvPr id="0" name=""/>
        <dsp:cNvSpPr/>
      </dsp:nvSpPr>
      <dsp:spPr>
        <a:xfrm>
          <a:off x="5332541" y="2378226"/>
          <a:ext cx="1066070" cy="676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>
              <a:latin typeface="Aptos"/>
              <a:ea typeface="+mn-ea"/>
              <a:cs typeface="+mn-cs"/>
            </a:rPr>
            <a:t>Gabriel Vargas</a:t>
          </a:r>
        </a:p>
      </dsp:txBody>
      <dsp:txXfrm>
        <a:off x="5352368" y="2398053"/>
        <a:ext cx="1026416" cy="637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528C8F2-9CF0-C9B9-1ECA-126F7C6D93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7EBDC6-BD02-CA4D-A6CB-58B74431EE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697E5-6582-432A-8AF2-D626A018F5FC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93F694-AB7C-D4E3-8F97-CDEFF2B12D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271C8E-C1C6-C406-BD6B-3286AB1059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D8174-C0D2-474F-853A-097BDA34BC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606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4A60-E8D3-474A-8C4F-2FEA5990E3AB}" type="datetimeFigureOut">
              <a:rPr lang="es-CL" smtClean="0"/>
              <a:t>07-04-2026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D2276-2258-4AEB-B3E0-52C8FDE0F83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723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https://www.mentimeter.com/app/presentation/alzji5utp5ym6s2cxkzxptfo6s9d3k3b/edit?question=rdwa9j7q2pja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D2276-2258-4AEB-B3E0-52C8FDE0F83B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037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0A683F3-562F-030C-CBEB-F7705F8DED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72998829-4F90-34A7-A2CA-0316586107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26179" y="775100"/>
            <a:ext cx="2139641" cy="20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74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0A683F3-562F-030C-CBEB-F7705F8DED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BDA287A0-DB33-EB1D-4662-4D0CEE0C83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4" y="511436"/>
            <a:ext cx="2391176" cy="228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8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7796DE-76D4-832D-EF34-C3B57C0267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3A3590-4CE5-5E16-AA75-12962F8D9F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80126" y="6397225"/>
            <a:ext cx="1098394" cy="2361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7B10A03-35C7-F717-0E84-CB42C61AC563}"/>
              </a:ext>
            </a:extLst>
          </p:cNvPr>
          <p:cNvSpPr txBox="1"/>
          <p:nvPr userDrawn="1"/>
        </p:nvSpPr>
        <p:spPr>
          <a:xfrm>
            <a:off x="5511370" y="6027893"/>
            <a:ext cx="12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b="1">
                <a:solidFill>
                  <a:schemeClr val="bg1"/>
                </a:solidFill>
              </a:rPr>
              <a:t>ine.gob.cl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46D0D72F-BC1B-66CF-B1B8-52CEF7964B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44724" y="1133737"/>
            <a:ext cx="1302552" cy="12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5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ido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F9A8912-7C11-6E3E-39E5-B869480881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2653" b="42532"/>
          <a:stretch/>
        </p:blipFill>
        <p:spPr>
          <a:xfrm>
            <a:off x="0" y="0"/>
            <a:ext cx="12192000" cy="1016001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6CE85F2-5BD7-23DA-91F9-0F6C392F6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142" y="214394"/>
            <a:ext cx="604915" cy="578896"/>
          </a:xfrm>
          <a:prstGeom prst="rect">
            <a:avLst/>
          </a:prstGeom>
        </p:spPr>
      </p:pic>
      <p:pic>
        <p:nvPicPr>
          <p:cNvPr id="33" name="Picture 3">
            <a:extLst>
              <a:ext uri="{FF2B5EF4-FFF2-40B4-BE49-F238E27FC236}">
                <a16:creationId xmlns:a16="http://schemas.microsoft.com/office/drawing/2014/main" id="{1A45142B-DEE6-8D16-B233-4179E98C45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7000"/>
          </a:blip>
          <a:stretch>
            <a:fillRect/>
          </a:stretch>
        </p:blipFill>
        <p:spPr>
          <a:xfrm rot="10800000" flipH="1" flipV="1">
            <a:off x="0" y="3995652"/>
            <a:ext cx="3263900" cy="28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4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ido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DDD5C9-B4E0-D1C6-0A23-9C3E1C53AD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2653" b="42532"/>
          <a:stretch/>
        </p:blipFill>
        <p:spPr>
          <a:xfrm>
            <a:off x="0" y="0"/>
            <a:ext cx="12192000" cy="1016001"/>
          </a:xfrm>
          <a:prstGeom prst="rect">
            <a:avLst/>
          </a:prstGeom>
        </p:spPr>
      </p:pic>
      <p:pic>
        <p:nvPicPr>
          <p:cNvPr id="33" name="Picture 3">
            <a:extLst>
              <a:ext uri="{FF2B5EF4-FFF2-40B4-BE49-F238E27FC236}">
                <a16:creationId xmlns:a16="http://schemas.microsoft.com/office/drawing/2014/main" id="{1A45142B-DEE6-8D16-B233-4179E98C45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7000"/>
          </a:blip>
          <a:stretch>
            <a:fillRect/>
          </a:stretch>
        </p:blipFill>
        <p:spPr>
          <a:xfrm rot="10800000" flipH="1" flipV="1">
            <a:off x="0" y="3995652"/>
            <a:ext cx="3263900" cy="2862347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A9D975B-1A29-4C6B-C04B-09AC4B3EA87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304" y="214393"/>
            <a:ext cx="604914" cy="57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9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ido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D7A6BEC-6863-BAAC-5195-BD0F47D3C1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51" t="1" r="35077" b="-3"/>
          <a:stretch/>
        </p:blipFill>
        <p:spPr>
          <a:xfrm>
            <a:off x="0" y="0"/>
            <a:ext cx="1057270" cy="6858000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6CE85F2-5BD7-23DA-91F9-0F6C392F6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179" y="319169"/>
            <a:ext cx="604915" cy="578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D267EA-0B49-CCF3-6665-618EF29806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7000"/>
          </a:blip>
          <a:stretch>
            <a:fillRect/>
          </a:stretch>
        </p:blipFill>
        <p:spPr>
          <a:xfrm rot="10800000" flipV="1">
            <a:off x="7454899" y="2703698"/>
            <a:ext cx="4737100" cy="415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5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ido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D6C9DF-C87A-F91C-D989-5AB6A908F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51" t="1" r="35077" b="-3"/>
          <a:stretch/>
        </p:blipFill>
        <p:spPr>
          <a:xfrm>
            <a:off x="0" y="0"/>
            <a:ext cx="1057270" cy="685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1F420506-4DB9-2C69-3CDB-2EBE0C8DB9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7000"/>
          </a:blip>
          <a:stretch>
            <a:fillRect/>
          </a:stretch>
        </p:blipFill>
        <p:spPr>
          <a:xfrm rot="10800000" flipV="1">
            <a:off x="7454899" y="2703698"/>
            <a:ext cx="4737100" cy="4154301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F9B7811-B5F4-05F6-A7DF-2538AA1597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3675" y="343163"/>
            <a:ext cx="551274" cy="5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8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ido">
    <p:bg>
      <p:bgPr>
        <a:solidFill>
          <a:schemeClr val="bg2">
            <a:alpha val="3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405E6D7-D73A-40BC-3AAD-D16CC50E9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628" r="10037" b="74333"/>
          <a:stretch/>
        </p:blipFill>
        <p:spPr>
          <a:xfrm flipH="1" flipV="1">
            <a:off x="0" y="-4"/>
            <a:ext cx="12560300" cy="1308103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C3C77A63-3362-0261-80B0-27EF21D83F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142" y="214394"/>
            <a:ext cx="604915" cy="578896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07B393C1-8CB4-7097-6CF7-4553452264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7000"/>
          </a:blip>
          <a:stretch>
            <a:fillRect/>
          </a:stretch>
        </p:blipFill>
        <p:spPr>
          <a:xfrm rot="10800000" flipH="1" flipV="1">
            <a:off x="0" y="3995652"/>
            <a:ext cx="3263900" cy="28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6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ido">
    <p:bg>
      <p:bgPr>
        <a:solidFill>
          <a:schemeClr val="bg2">
            <a:alpha val="3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69E694FB-1AF7-9505-E243-DEDB7F8D3EB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628" r="10037" b="74333"/>
          <a:stretch/>
        </p:blipFill>
        <p:spPr>
          <a:xfrm flipH="1" flipV="1">
            <a:off x="0" y="-4"/>
            <a:ext cx="12560300" cy="130810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D08CD35C-18AC-1735-AE73-AB1AF6D621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7000"/>
          </a:blip>
          <a:stretch>
            <a:fillRect/>
          </a:stretch>
        </p:blipFill>
        <p:spPr>
          <a:xfrm rot="10800000" flipH="1" flipV="1">
            <a:off x="0" y="3995652"/>
            <a:ext cx="3263900" cy="2862347"/>
          </a:xfrm>
          <a:prstGeom prst="rect">
            <a:avLst/>
          </a:prstGeom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251BA4AD-E20C-3621-8159-ACFCDD1065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304" y="214393"/>
            <a:ext cx="604914" cy="57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8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5655AE7-C097-C9FF-E41B-DC97F2BE4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12A9DDB9-06B4-8E49-F920-8F78822525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4724" y="2035437"/>
            <a:ext cx="1302552" cy="12465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6115FE-FF5E-2ADA-0D51-3302070F1B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580126" y="6397225"/>
            <a:ext cx="1098394" cy="2361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1AE5EAE-BDAB-FE54-96A0-B1DEF093B600}"/>
              </a:ext>
            </a:extLst>
          </p:cNvPr>
          <p:cNvSpPr txBox="1"/>
          <p:nvPr userDrawn="1"/>
        </p:nvSpPr>
        <p:spPr>
          <a:xfrm>
            <a:off x="5511370" y="6027893"/>
            <a:ext cx="12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b="1">
                <a:solidFill>
                  <a:schemeClr val="bg1"/>
                </a:solidFill>
              </a:rPr>
              <a:t>ine.gob.cl</a:t>
            </a:r>
          </a:p>
        </p:txBody>
      </p:sp>
    </p:spTree>
    <p:extLst>
      <p:ext uri="{BB962C8B-B14F-4D97-AF65-F5344CB8AC3E}">
        <p14:creationId xmlns:p14="http://schemas.microsoft.com/office/powerpoint/2010/main" val="71507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4F9686-5FAD-A335-C523-89609B028E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6115FE-FF5E-2ADA-0D51-3302070F1B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80126" y="6397225"/>
            <a:ext cx="1098394" cy="2361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1AE5EAE-BDAB-FE54-96A0-B1DEF093B600}"/>
              </a:ext>
            </a:extLst>
          </p:cNvPr>
          <p:cNvSpPr txBox="1"/>
          <p:nvPr userDrawn="1"/>
        </p:nvSpPr>
        <p:spPr>
          <a:xfrm>
            <a:off x="5511370" y="6027893"/>
            <a:ext cx="12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b="1">
                <a:solidFill>
                  <a:schemeClr val="bg1"/>
                </a:solidFill>
              </a:rPr>
              <a:t>ine.gob.cl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2F08F-B775-DE64-4D46-388FE47295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44724" y="2035437"/>
            <a:ext cx="1302552" cy="124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9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96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8" r:id="rId2"/>
    <p:sldLayoutId id="2147483719" r:id="rId3"/>
    <p:sldLayoutId id="2147483695" r:id="rId4"/>
    <p:sldLayoutId id="2147483725" r:id="rId5"/>
    <p:sldLayoutId id="2147483723" r:id="rId6"/>
    <p:sldLayoutId id="2147483724" r:id="rId7"/>
    <p:sldLayoutId id="2147483720" r:id="rId8"/>
    <p:sldLayoutId id="2147483722" r:id="rId9"/>
    <p:sldLayoutId id="2147483717" r:id="rId10"/>
    <p:sldLayoutId id="2147483727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jpe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0CF6F-B159-8F15-0244-6527A6D5188E}"/>
              </a:ext>
            </a:extLst>
          </p:cNvPr>
          <p:cNvSpPr txBox="1">
            <a:spLocks/>
          </p:cNvSpPr>
          <p:nvPr/>
        </p:nvSpPr>
        <p:spPr>
          <a:xfrm>
            <a:off x="2304756" y="3196274"/>
            <a:ext cx="7582488" cy="105657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>
                <a:latin typeface="Aptos"/>
              </a:rPr>
              <a:t>IA y ciencia de datos para el procesamiento de datos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0AEB2B97-A322-EC15-9FDB-616D8022E86A}"/>
              </a:ext>
            </a:extLst>
          </p:cNvPr>
          <p:cNvSpPr txBox="1">
            <a:spLocks/>
          </p:cNvSpPr>
          <p:nvPr/>
        </p:nvSpPr>
        <p:spPr>
          <a:xfrm>
            <a:off x="3365206" y="4615411"/>
            <a:ext cx="5461588" cy="668566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CL" sz="2200" kern="1200" spc="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>
                <a:latin typeface="Aptos"/>
              </a:rPr>
              <a:t>Introducción y bienvenida</a:t>
            </a:r>
            <a:endParaRPr lang="es-E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049C8360-308B-F03E-B171-045F36168C57}"/>
              </a:ext>
            </a:extLst>
          </p:cNvPr>
          <p:cNvSpPr txBox="1">
            <a:spLocks/>
          </p:cNvSpPr>
          <p:nvPr/>
        </p:nvSpPr>
        <p:spPr>
          <a:xfrm>
            <a:off x="4892866" y="6095118"/>
            <a:ext cx="2406268" cy="36521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Calibri Bold" panose="020F0702030404030204" pitchFamily="34" charset="0"/>
                <a:ea typeface="+mn-ea"/>
                <a:cs typeface="Calibri Bold" panose="020F07020304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>
                <a:latin typeface="Aptos"/>
                <a:cs typeface="Calibri Bold"/>
              </a:rPr>
              <a:t>XXX</a:t>
            </a:r>
            <a:endParaRPr lang="es-ES"/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CBC41BED-9EF2-C750-6844-792D731E2042}"/>
              </a:ext>
            </a:extLst>
          </p:cNvPr>
          <p:cNvSpPr txBox="1"/>
          <p:nvPr/>
        </p:nvSpPr>
        <p:spPr>
          <a:xfrm>
            <a:off x="3793226" y="5691696"/>
            <a:ext cx="4605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chemeClr val="bg1"/>
                </a:solidFill>
                <a:latin typeface="Aptos" panose="020B0004020202020204" pitchFamily="34" charset="0"/>
                <a:cs typeface="Calibri Bold" panose="020F0702030404030204" pitchFamily="34" charset="0"/>
              </a:rPr>
              <a:t>INSTITUTO</a:t>
            </a:r>
            <a:r>
              <a:rPr lang="es-CL" sz="1600" b="1" baseline="0">
                <a:solidFill>
                  <a:schemeClr val="bg1"/>
                </a:solidFill>
                <a:latin typeface="Aptos" panose="020B0004020202020204" pitchFamily="34" charset="0"/>
                <a:cs typeface="Calibri Bold" panose="020F0702030404030204" pitchFamily="34" charset="0"/>
              </a:rPr>
              <a:t> NACIONAL DE ESTADÍSTICAS</a:t>
            </a:r>
            <a:endParaRPr lang="es-CL" sz="1600" b="1">
              <a:solidFill>
                <a:schemeClr val="bg1"/>
              </a:solidFill>
              <a:latin typeface="Aptos" panose="020B000402020202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3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ágenes de Bienvenidos idiomas - Descarga gratuita en Freepik">
            <a:extLst>
              <a:ext uri="{FF2B5EF4-FFF2-40B4-BE49-F238E27FC236}">
                <a16:creationId xmlns:a16="http://schemas.microsoft.com/office/drawing/2014/main" id="{1D13E165-9660-08FC-AE4B-E69D7F9B2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804" y="1009785"/>
            <a:ext cx="5647037" cy="56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2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7DA4CB-00C0-6AB1-771E-6CFDFC7D0235}"/>
              </a:ext>
            </a:extLst>
          </p:cNvPr>
          <p:cNvSpPr txBox="1"/>
          <p:nvPr/>
        </p:nvSpPr>
        <p:spPr>
          <a:xfrm>
            <a:off x="1093947" y="1924392"/>
            <a:ext cx="70653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/>
              <a:t>En este curso están colaborado varias </a:t>
            </a:r>
            <a:r>
              <a:rPr lang="es-ES" sz="2400" b="1" dirty="0"/>
              <a:t>personas </a:t>
            </a:r>
          </a:p>
        </p:txBody>
      </p:sp>
      <p:pic>
        <p:nvPicPr>
          <p:cNvPr id="4" name="Imagen 3" descr="244,200+ Happy Emoji Stock Photos, Pictures &amp; Royalty-Free Images - iStock  | Emoji, Smile emoji, Happy">
            <a:extLst>
              <a:ext uri="{FF2B5EF4-FFF2-40B4-BE49-F238E27FC236}">
                <a16:creationId xmlns:a16="http://schemas.microsoft.com/office/drawing/2014/main" id="{15D3ECFB-0511-14BC-A0D1-668C514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634" y="1343261"/>
            <a:ext cx="2466975" cy="1847850"/>
          </a:xfrm>
          <a:prstGeom prst="rect">
            <a:avLst/>
          </a:prstGeom>
        </p:spPr>
      </p:pic>
      <p:pic>
        <p:nvPicPr>
          <p:cNvPr id="5" name="Imagen 4" descr="Hombre con bigote, sombrero de copa, monóculo y copa de vino 3 fondo de  pantalla del teléfono | Pxfuel">
            <a:extLst>
              <a:ext uri="{FF2B5EF4-FFF2-40B4-BE49-F238E27FC236}">
                <a16:creationId xmlns:a16="http://schemas.microsoft.com/office/drawing/2014/main" id="{4428F350-9626-5EFD-A114-0324BE87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626" y="3659154"/>
            <a:ext cx="2754606" cy="275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9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19CD43-47BC-7E60-F59E-E4822FDC314D}"/>
              </a:ext>
            </a:extLst>
          </p:cNvPr>
          <p:cNvSpPr txBox="1"/>
          <p:nvPr/>
        </p:nvSpPr>
        <p:spPr>
          <a:xfrm>
            <a:off x="2828942" y="4123805"/>
            <a:ext cx="671285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https://www.menti.com/alhmaao7w5o9</a:t>
            </a:r>
          </a:p>
          <a:p>
            <a:pPr algn="ctr"/>
            <a:endParaRPr lang="es-ES" sz="28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998A34-364A-3E0F-92F5-C4EA21CEE685}"/>
              </a:ext>
            </a:extLst>
          </p:cNvPr>
          <p:cNvSpPr txBox="1"/>
          <p:nvPr/>
        </p:nvSpPr>
        <p:spPr>
          <a:xfrm>
            <a:off x="3548439" y="2258785"/>
            <a:ext cx="63545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b="1"/>
              <a:t>Intentaremos otra cosa</a:t>
            </a:r>
          </a:p>
        </p:txBody>
      </p:sp>
    </p:spTree>
    <p:extLst>
      <p:ext uri="{BB962C8B-B14F-4D97-AF65-F5344CB8AC3E}">
        <p14:creationId xmlns:p14="http://schemas.microsoft.com/office/powerpoint/2010/main" val="197850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E069759-5AF1-E4CC-B8E2-48884695162D}"/>
              </a:ext>
            </a:extLst>
          </p:cNvPr>
          <p:cNvSpPr txBox="1"/>
          <p:nvPr/>
        </p:nvSpPr>
        <p:spPr>
          <a:xfrm>
            <a:off x="518740" y="1520349"/>
            <a:ext cx="11114492" cy="1840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/>
              <a:t>Aprender algunas herramientas de IA para el procesamiento de datos</a:t>
            </a:r>
          </a:p>
          <a:p>
            <a:endParaRPr lang="es-ES" sz="2800" b="1"/>
          </a:p>
          <a:p>
            <a:endParaRPr lang="es-ES" sz="2800" b="1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7991BAF-35E7-32A5-FF23-B9A3E372B6A5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Objetivo de la actividad</a:t>
            </a:r>
            <a:endParaRPr lang="es-ES">
              <a:solidFill>
                <a:schemeClr val="bg1"/>
              </a:solidFill>
            </a:endParaRPr>
          </a:p>
        </p:txBody>
      </p:sp>
      <p:pic>
        <p:nvPicPr>
          <p:cNvPr id="9" name="Imagen 8" descr="ChatGPT - Wikipedia, la enciclopedia libre">
            <a:extLst>
              <a:ext uri="{FF2B5EF4-FFF2-40B4-BE49-F238E27FC236}">
                <a16:creationId xmlns:a16="http://schemas.microsoft.com/office/drawing/2014/main" id="{07CE3CC7-2B43-AA4A-2D1D-60BB70950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8" y="2625167"/>
            <a:ext cx="2143125" cy="2143125"/>
          </a:xfrm>
          <a:prstGeom prst="rect">
            <a:avLst/>
          </a:prstGeom>
        </p:spPr>
      </p:pic>
      <p:pic>
        <p:nvPicPr>
          <p:cNvPr id="10" name="Imagen 9" descr="Archivo:Google Gemini logo.svg - Wikipedia, la enciclopedia libre">
            <a:extLst>
              <a:ext uri="{FF2B5EF4-FFF2-40B4-BE49-F238E27FC236}">
                <a16:creationId xmlns:a16="http://schemas.microsoft.com/office/drawing/2014/main" id="{747F2191-8A80-9FA1-F5B0-F6B2DBE87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739" y="2626839"/>
            <a:ext cx="4049412" cy="1460157"/>
          </a:xfrm>
          <a:prstGeom prst="rect">
            <a:avLst/>
          </a:prstGeom>
        </p:spPr>
      </p:pic>
      <p:pic>
        <p:nvPicPr>
          <p:cNvPr id="11" name="Imagen 10" descr="DeepSeek: La revolución de la IA en eficiencia energética y código abierto  | PNAV">
            <a:extLst>
              <a:ext uri="{FF2B5EF4-FFF2-40B4-BE49-F238E27FC236}">
                <a16:creationId xmlns:a16="http://schemas.microsoft.com/office/drawing/2014/main" id="{253225BD-53C0-2D34-F1C7-DE0ECF50D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835" y="2557463"/>
            <a:ext cx="2619375" cy="1743075"/>
          </a:xfrm>
          <a:prstGeom prst="rect">
            <a:avLst/>
          </a:prstGeom>
        </p:spPr>
      </p:pic>
      <p:pic>
        <p:nvPicPr>
          <p:cNvPr id="12" name="Imagen 11" descr="Declaración pública Instituto Nacional de Estadísticas (INE)">
            <a:extLst>
              <a:ext uri="{FF2B5EF4-FFF2-40B4-BE49-F238E27FC236}">
                <a16:creationId xmlns:a16="http://schemas.microsoft.com/office/drawing/2014/main" id="{573161F5-6C26-0D28-A3B4-4F9731FDC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734" y="5104241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6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9774E06-8217-37CB-3762-60DCE0D1BA9E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Objetivo de la actividad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818976-63AF-FA23-4C21-8FE24BC3D5C6}"/>
              </a:ext>
            </a:extLst>
          </p:cNvPr>
          <p:cNvSpPr txBox="1"/>
          <p:nvPr/>
        </p:nvSpPr>
        <p:spPr>
          <a:xfrm>
            <a:off x="973794" y="1709803"/>
            <a:ext cx="933031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/>
              <a:t>Primera experiencia piloto</a:t>
            </a:r>
            <a:endParaRPr lang="es-ES" sz="2800" b="1"/>
          </a:p>
          <a:p>
            <a:pPr marL="285750" indent="-285750">
              <a:buFont typeface="Calibri"/>
              <a:buChar char="-"/>
            </a:pPr>
            <a:r>
              <a:rPr lang="es-ES" sz="2400"/>
              <a:t>SDT</a:t>
            </a:r>
          </a:p>
          <a:p>
            <a:pPr marL="285750" indent="-285750">
              <a:buFont typeface="Calibri"/>
              <a:buChar char="-"/>
            </a:pPr>
            <a:r>
              <a:rPr lang="es-ES" sz="2400"/>
              <a:t>SDO</a:t>
            </a:r>
          </a:p>
          <a:p>
            <a:pPr marL="285750" indent="-285750">
              <a:buFont typeface="Calibri"/>
              <a:buChar char="-"/>
            </a:pPr>
            <a:r>
              <a:rPr lang="es-ES" sz="2400"/>
              <a:t>Metodología</a:t>
            </a:r>
          </a:p>
          <a:p>
            <a:endParaRPr lang="es-ES" sz="24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242BC1-07E6-D006-6C94-FBED6163B714}"/>
              </a:ext>
            </a:extLst>
          </p:cNvPr>
          <p:cNvSpPr txBox="1"/>
          <p:nvPr/>
        </p:nvSpPr>
        <p:spPr>
          <a:xfrm>
            <a:off x="787570" y="4127801"/>
            <a:ext cx="110981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Ustedes fueron seleccionados debido a que ya cuentan con una base de conocimientos sólida y conocen el negocio del INE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07B81B-6B7D-2C89-9117-41B6E7D321A5}"/>
              </a:ext>
            </a:extLst>
          </p:cNvPr>
          <p:cNvSpPr txBox="1"/>
          <p:nvPr/>
        </p:nvSpPr>
        <p:spPr>
          <a:xfrm>
            <a:off x="792701" y="5687791"/>
            <a:ext cx="94888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/>
              <a:t>Al final les solicitaremos </a:t>
            </a:r>
            <a:r>
              <a:rPr lang="es-ES" sz="2400" b="1" err="1"/>
              <a:t>feedback</a:t>
            </a:r>
            <a:endParaRPr lang="es-ES" sz="2400" b="1"/>
          </a:p>
        </p:txBody>
      </p:sp>
    </p:spTree>
    <p:extLst>
      <p:ext uri="{BB962C8B-B14F-4D97-AF65-F5344CB8AC3E}">
        <p14:creationId xmlns:p14="http://schemas.microsoft.com/office/powerpoint/2010/main" val="8494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72CF885-2A9F-FC4E-AA7F-D0E31B04C93B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Ciencia de datos</a:t>
            </a:r>
            <a:endParaRPr lang="es-ES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BF451F8-9970-E3A6-2A21-0C8D2E61E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312262"/>
              </p:ext>
            </p:extLst>
          </p:nvPr>
        </p:nvGraphicFramePr>
        <p:xfrm>
          <a:off x="0" y="1714500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51" name="Diagrama 1250">
            <a:extLst>
              <a:ext uri="{FF2B5EF4-FFF2-40B4-BE49-F238E27FC236}">
                <a16:creationId xmlns:a16="http://schemas.microsoft.com/office/drawing/2014/main" id="{C2ACB898-9225-7B89-5734-F782962DE8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7159"/>
              </p:ext>
            </p:extLst>
          </p:nvPr>
        </p:nvGraphicFramePr>
        <p:xfrm>
          <a:off x="5076825" y="1038225"/>
          <a:ext cx="6400800" cy="433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0437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51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2C0C70-6AB2-EF07-CE64-03452FB9B2E7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Proyectos y colaboraciones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4D6F97-5D3E-239A-1287-2F863219AF5B}"/>
              </a:ext>
            </a:extLst>
          </p:cNvPr>
          <p:cNvSpPr txBox="1"/>
          <p:nvPr/>
        </p:nvSpPr>
        <p:spPr>
          <a:xfrm>
            <a:off x="679392" y="1766419"/>
            <a:ext cx="9907800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sz="2200"/>
              <a:t>Desarrollo de clasificadores de texto (Censo, ENIA-ENAM, ENUSC, Demografía,  API abierta, EPF)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Paquete calidad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Tableros de </a:t>
            </a:r>
            <a:r>
              <a:rPr lang="es-ES" sz="2200" err="1"/>
              <a:t>paradatos</a:t>
            </a:r>
            <a:r>
              <a:rPr lang="es-ES" sz="2200"/>
              <a:t> (ENUSC, EME, EPF, ENPCCL, ENCLA)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Aplicaciones diversas (¿Dónde está el censo? </a:t>
            </a:r>
            <a:r>
              <a:rPr lang="es-ES" sz="2200" err="1"/>
              <a:t>Anonimización</a:t>
            </a:r>
            <a:r>
              <a:rPr lang="es-ES" sz="2200"/>
              <a:t> de informes, Identificación de insumos)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Proyecto REP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Desarrollo de API (delitos, ocupación y tareas)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Monitoreo de modelos en producción (Nomenclaturas, ENE) 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Explotación de imágenes satelitales (Geografía) 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Clasificador RAG (Nomenclaturas)</a:t>
            </a:r>
          </a:p>
          <a:p>
            <a:pPr marL="285750" indent="-285750">
              <a:buFont typeface="Calibri"/>
              <a:buChar char="-"/>
            </a:pPr>
            <a:r>
              <a:rPr lang="es-ES" sz="2200" err="1"/>
              <a:t>Chatbot</a:t>
            </a:r>
          </a:p>
          <a:p>
            <a:pPr marL="285750" indent="-285750">
              <a:buFont typeface="Calibri"/>
              <a:buChar char="-"/>
            </a:pPr>
            <a:endParaRPr lang="es-ES" sz="2200"/>
          </a:p>
          <a:p>
            <a:pPr marL="285750" indent="-285750">
              <a:buFont typeface="Calibri"/>
              <a:buChar char="-"/>
            </a:pPr>
            <a:endParaRPr lang="es-ES"/>
          </a:p>
          <a:p>
            <a:pPr marL="285750" indent="-285750">
              <a:buFont typeface="Calibri"/>
              <a:buChar char="-"/>
            </a:pPr>
            <a:endParaRPr lang="es-ES"/>
          </a:p>
          <a:p>
            <a:pPr marL="285750" indent="-285750">
              <a:buFont typeface="Calibri"/>
              <a:buChar char="-"/>
            </a:pPr>
            <a:endParaRPr lang="es-ES"/>
          </a:p>
          <a:p>
            <a:pPr marL="285750" indent="-285750">
              <a:buFont typeface="Calibri"/>
              <a:buChar char="-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721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E34EAD6-0ACB-542B-8C3C-D7057CD4BD62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Nuevas colaboraciones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DDB174-3566-9B10-2469-4358978A1013}"/>
              </a:ext>
            </a:extLst>
          </p:cNvPr>
          <p:cNvSpPr txBox="1"/>
          <p:nvPr/>
        </p:nvSpPr>
        <p:spPr>
          <a:xfrm>
            <a:off x="679392" y="1766419"/>
            <a:ext cx="990780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 b="1"/>
              <a:t>¿Tienes algún proyecto en mente?</a:t>
            </a:r>
          </a:p>
          <a:p>
            <a:pPr marL="285750" indent="-285750">
              <a:buFont typeface="Calibri"/>
              <a:buChar char="-"/>
            </a:pPr>
            <a:r>
              <a:rPr lang="es-ES" sz="2200"/>
              <a:t>Imágenes satelitales</a:t>
            </a:r>
            <a:endParaRPr lang="es-ES"/>
          </a:p>
          <a:p>
            <a:pPr marL="285750" indent="-285750">
              <a:buFont typeface="Calibri"/>
              <a:buChar char="-"/>
            </a:pPr>
            <a:r>
              <a:rPr lang="es-ES" sz="2200"/>
              <a:t>Procesamiento de texto</a:t>
            </a:r>
          </a:p>
          <a:p>
            <a:pPr marL="285750" indent="-285750">
              <a:buFont typeface="Calibri"/>
              <a:buChar char="-"/>
            </a:pPr>
            <a:r>
              <a:rPr lang="es-ES" sz="2200" err="1"/>
              <a:t>Paradatos</a:t>
            </a:r>
            <a:endParaRPr lang="es-ES" sz="2200"/>
          </a:p>
          <a:p>
            <a:pPr marL="285750" indent="-285750">
              <a:buFont typeface="Calibri"/>
              <a:buChar char="-"/>
            </a:pPr>
            <a:r>
              <a:rPr lang="es-ES" sz="2200"/>
              <a:t>Monitoreo de modelos</a:t>
            </a:r>
          </a:p>
          <a:p>
            <a:pPr marL="285750" indent="-285750">
              <a:buFont typeface="Calibri"/>
              <a:buChar char="-"/>
            </a:pPr>
            <a:endParaRPr lang="es-ES"/>
          </a:p>
        </p:txBody>
      </p:sp>
      <p:pic>
        <p:nvPicPr>
          <p:cNvPr id="6" name="Imagen 5" descr="Microsoft Teams - Apps en Google Play">
            <a:extLst>
              <a:ext uri="{FF2B5EF4-FFF2-40B4-BE49-F238E27FC236}">
                <a16:creationId xmlns:a16="http://schemas.microsoft.com/office/drawing/2014/main" id="{42F2C999-D702-5CD9-B9C9-D9C5BA1B5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338" y="1576388"/>
            <a:ext cx="2143125" cy="2143125"/>
          </a:xfrm>
          <a:prstGeom prst="rect">
            <a:avLst/>
          </a:prstGeom>
        </p:spPr>
      </p:pic>
      <p:pic>
        <p:nvPicPr>
          <p:cNvPr id="7" name="Imagen 6" descr="244,200+ Happy Emoji Stock Photos, Pictures &amp; Royalty-Free Images - iStock  | Emoji, Smile emoji, Happy">
            <a:extLst>
              <a:ext uri="{FF2B5EF4-FFF2-40B4-BE49-F238E27FC236}">
                <a16:creationId xmlns:a16="http://schemas.microsoft.com/office/drawing/2014/main" id="{6D2190C4-D836-F7FA-8481-0C40AC4E1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338" y="4410075"/>
            <a:ext cx="2466975" cy="184785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5D4D35E-BE8E-0EBF-A28E-336B36732721}"/>
              </a:ext>
            </a:extLst>
          </p:cNvPr>
          <p:cNvSpPr txBox="1"/>
          <p:nvPr/>
        </p:nvSpPr>
        <p:spPr>
          <a:xfrm>
            <a:off x="674914" y="4501243"/>
            <a:ext cx="55517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/>
              <a:t>Estamos preparando una metodología de captura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38979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8BBF-FCCD-A035-C4C8-9DE77312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8BFC7EB-FFF1-7A7C-7062-CBEBD9F62D07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FD48CFF-BA78-E855-4B60-9619570D2C35}"/>
              </a:ext>
            </a:extLst>
          </p:cNvPr>
          <p:cNvSpPr txBox="1"/>
          <p:nvPr/>
        </p:nvSpPr>
        <p:spPr>
          <a:xfrm>
            <a:off x="483782" y="1496791"/>
            <a:ext cx="948884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/>
              <a:t>Abordaremos los contenidos con los pies puestos en el INE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EDF149-17C5-1AE9-3478-3D9566207943}"/>
              </a:ext>
            </a:extLst>
          </p:cNvPr>
          <p:cNvSpPr txBox="1"/>
          <p:nvPr/>
        </p:nvSpPr>
        <p:spPr>
          <a:xfrm>
            <a:off x="483782" y="2516223"/>
            <a:ext cx="948884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 b="1" dirty="0"/>
              <a:t>Necesitamos participación activa de ustedes</a:t>
            </a:r>
            <a:endParaRPr lang="es-ES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1276FD-9CA8-96C0-B7CE-233D2ED3F6A6}"/>
              </a:ext>
            </a:extLst>
          </p:cNvPr>
          <p:cNvSpPr txBox="1"/>
          <p:nvPr/>
        </p:nvSpPr>
        <p:spPr>
          <a:xfrm>
            <a:off x="483782" y="4606575"/>
            <a:ext cx="9488841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 b="1" dirty="0"/>
              <a:t>Contenidos</a:t>
            </a:r>
          </a:p>
          <a:p>
            <a:pPr marL="342900" indent="-342900">
              <a:buFont typeface="Calibri"/>
              <a:buChar char="-"/>
            </a:pPr>
            <a:r>
              <a:rPr lang="es-ES" sz="2200" dirty="0"/>
              <a:t>Introducción</a:t>
            </a:r>
          </a:p>
          <a:p>
            <a:pPr marL="342900" indent="-342900">
              <a:buFont typeface="Calibri"/>
              <a:buChar char="-"/>
            </a:pPr>
            <a:r>
              <a:rPr lang="es-ES" sz="2200" dirty="0"/>
              <a:t>Aprendizaje supervisado (nivelación)</a:t>
            </a:r>
          </a:p>
          <a:p>
            <a:pPr marL="342900" indent="-342900">
              <a:buFont typeface="Calibri"/>
              <a:buChar char="-"/>
            </a:pPr>
            <a:r>
              <a:rPr lang="es-ES" sz="2200" dirty="0"/>
              <a:t>Deep </a:t>
            </a:r>
            <a:r>
              <a:rPr lang="es-ES" sz="2200" dirty="0" err="1"/>
              <a:t>Learning</a:t>
            </a:r>
            <a:r>
              <a:rPr lang="es-ES" sz="2200" dirty="0"/>
              <a:t> (contenido más relevante) </a:t>
            </a:r>
          </a:p>
          <a:p>
            <a:pPr marL="342900" indent="-342900">
              <a:buFont typeface="Calibri"/>
              <a:buChar char="-"/>
            </a:pPr>
            <a:endParaRPr lang="es-ES" sz="2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80396E-1AAC-BDBE-6F50-275C7153CA7F}"/>
              </a:ext>
            </a:extLst>
          </p:cNvPr>
          <p:cNvSpPr txBox="1"/>
          <p:nvPr/>
        </p:nvSpPr>
        <p:spPr>
          <a:xfrm>
            <a:off x="483782" y="3561399"/>
            <a:ext cx="948884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/>
              <a:t>Sesgo hacia el NLP</a:t>
            </a:r>
          </a:p>
        </p:txBody>
      </p:sp>
    </p:spTree>
    <p:extLst>
      <p:ext uri="{BB962C8B-B14F-4D97-AF65-F5344CB8AC3E}">
        <p14:creationId xmlns:p14="http://schemas.microsoft.com/office/powerpoint/2010/main" val="117687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B7270-91DA-6F29-0E56-2B0DC973F0C5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A2CC1F-34B3-96E8-D487-A1A6826C8D2B}"/>
              </a:ext>
            </a:extLst>
          </p:cNvPr>
          <p:cNvSpPr txBox="1"/>
          <p:nvPr/>
        </p:nvSpPr>
        <p:spPr>
          <a:xfrm>
            <a:off x="786384" y="1351518"/>
            <a:ext cx="1036929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200" dirty="0"/>
              <a:t>Clases cada 2 semanas en formato online</a:t>
            </a:r>
          </a:p>
          <a:p>
            <a:endParaRPr lang="es-MX" sz="2200" dirty="0"/>
          </a:p>
          <a:p>
            <a:r>
              <a:rPr lang="es-MX" sz="2200" dirty="0"/>
              <a:t>Se dejarán ejercicios voluntarios en cada clase</a:t>
            </a:r>
          </a:p>
          <a:p>
            <a:endParaRPr lang="es-MX" sz="2200" dirty="0"/>
          </a:p>
          <a:p>
            <a:r>
              <a:rPr lang="es-MX" sz="2200"/>
              <a:t>Lo ideal es que apliquen los contenidos y comentemos en la clase</a:t>
            </a:r>
          </a:p>
          <a:p>
            <a:endParaRPr lang="es-CL" sz="2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846291-00DC-7D2B-EF6D-62BB6E3B0FC1}"/>
              </a:ext>
            </a:extLst>
          </p:cNvPr>
          <p:cNvSpPr txBox="1"/>
          <p:nvPr/>
        </p:nvSpPr>
        <p:spPr>
          <a:xfrm>
            <a:off x="786384" y="4058592"/>
            <a:ext cx="399728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200" b="1"/>
              <a:t>Proyecto final (formato pitch):</a:t>
            </a:r>
          </a:p>
          <a:p>
            <a:pPr marL="285750" indent="-285750">
              <a:buFont typeface="Calibri"/>
              <a:buChar char="-"/>
            </a:pPr>
            <a:r>
              <a:rPr lang="es-ES" sz="2200" dirty="0"/>
              <a:t>Presentación de 7 minutos</a:t>
            </a:r>
          </a:p>
          <a:p>
            <a:pPr marL="742950" lvl="1" indent="-285750">
              <a:buFont typeface="Courier New"/>
              <a:buChar char="o"/>
            </a:pPr>
            <a:r>
              <a:rPr lang="es-ES" sz="2200" dirty="0"/>
              <a:t>Problema</a:t>
            </a:r>
          </a:p>
          <a:p>
            <a:pPr marL="742950" lvl="1" indent="-285750">
              <a:buFont typeface="Courier New"/>
              <a:buChar char="o"/>
            </a:pPr>
            <a:r>
              <a:rPr lang="es-ES" sz="2200"/>
              <a:t>Metodología</a:t>
            </a:r>
          </a:p>
          <a:p>
            <a:pPr marL="742950" lvl="1" indent="-285750">
              <a:buFont typeface="Courier New"/>
              <a:buChar char="o"/>
            </a:pPr>
            <a:r>
              <a:rPr lang="es-ES" sz="2200" dirty="0"/>
              <a:t>Resultados</a:t>
            </a:r>
          </a:p>
          <a:p>
            <a:pPr marL="742950" lvl="1" indent="-285750">
              <a:buFont typeface="Courier New"/>
              <a:buChar char="o"/>
            </a:pPr>
            <a:r>
              <a:rPr lang="es-ES" sz="2200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304835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6A1D-A691-9EDD-1591-CF118FC5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F91F14E-3364-A3E0-FA9C-43A5AE048BAB}"/>
              </a:ext>
            </a:extLst>
          </p:cNvPr>
          <p:cNvSpPr txBox="1">
            <a:spLocks/>
          </p:cNvSpPr>
          <p:nvPr/>
        </p:nvSpPr>
        <p:spPr>
          <a:xfrm>
            <a:off x="2553178" y="1179717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/>
              <a:t>¿Qué veremos en este curso?</a:t>
            </a:r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FB4991A-1D4F-7337-85A5-131ABB6DE67C}"/>
              </a:ext>
            </a:extLst>
          </p:cNvPr>
          <p:cNvSpPr/>
          <p:nvPr/>
        </p:nvSpPr>
        <p:spPr>
          <a:xfrm>
            <a:off x="2548210" y="1904160"/>
            <a:ext cx="5787792" cy="4797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E401914-C8EF-DFA6-52ED-6854349055AB}"/>
              </a:ext>
            </a:extLst>
          </p:cNvPr>
          <p:cNvSpPr/>
          <p:nvPr/>
        </p:nvSpPr>
        <p:spPr>
          <a:xfrm>
            <a:off x="3742697" y="3160429"/>
            <a:ext cx="3182577" cy="269674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6DB9458-AF84-7920-BBA0-5175F456243E}"/>
              </a:ext>
            </a:extLst>
          </p:cNvPr>
          <p:cNvSpPr/>
          <p:nvPr/>
        </p:nvSpPr>
        <p:spPr>
          <a:xfrm>
            <a:off x="4370831" y="3922427"/>
            <a:ext cx="1926307" cy="19347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00DB08-2EF1-5F4D-7658-5F37A41B0F0D}"/>
              </a:ext>
            </a:extLst>
          </p:cNvPr>
          <p:cNvSpPr txBox="1"/>
          <p:nvPr/>
        </p:nvSpPr>
        <p:spPr>
          <a:xfrm>
            <a:off x="5085333" y="1949451"/>
            <a:ext cx="159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IA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03E14D8-08DB-FB0A-3409-8965CECAE9B3}"/>
              </a:ext>
            </a:extLst>
          </p:cNvPr>
          <p:cNvSpPr/>
          <p:nvPr/>
        </p:nvSpPr>
        <p:spPr>
          <a:xfrm>
            <a:off x="3351401" y="2480808"/>
            <a:ext cx="4171116" cy="3654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C15E77-FECF-37E0-84D3-E221389FEE83}"/>
              </a:ext>
            </a:extLst>
          </p:cNvPr>
          <p:cNvSpPr txBox="1"/>
          <p:nvPr/>
        </p:nvSpPr>
        <p:spPr>
          <a:xfrm>
            <a:off x="4416009" y="2649667"/>
            <a:ext cx="20599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Machine </a:t>
            </a:r>
            <a:r>
              <a:rPr lang="es-ES" err="1"/>
              <a:t>learning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19802FB-155E-8F35-BEFB-D0C974E1DAFE}"/>
              </a:ext>
            </a:extLst>
          </p:cNvPr>
          <p:cNvSpPr txBox="1"/>
          <p:nvPr/>
        </p:nvSpPr>
        <p:spPr>
          <a:xfrm>
            <a:off x="4652846" y="3432261"/>
            <a:ext cx="159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Deep </a:t>
            </a:r>
            <a:r>
              <a:rPr lang="es-ES" err="1"/>
              <a:t>learning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3D323B-1A7F-A473-F15B-4700E741C0ED}"/>
              </a:ext>
            </a:extLst>
          </p:cNvPr>
          <p:cNvSpPr txBox="1"/>
          <p:nvPr/>
        </p:nvSpPr>
        <p:spPr>
          <a:xfrm>
            <a:off x="4652846" y="4420801"/>
            <a:ext cx="159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IA Generativa</a:t>
            </a:r>
          </a:p>
        </p:txBody>
      </p:sp>
    </p:spTree>
    <p:extLst>
      <p:ext uri="{BB962C8B-B14F-4D97-AF65-F5344CB8AC3E}">
        <p14:creationId xmlns:p14="http://schemas.microsoft.com/office/powerpoint/2010/main" val="104528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22ACBC6-BA45-7423-02DE-1D225C858473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0D7C44-67B0-2477-623A-D467EC7A8D2C}"/>
              </a:ext>
            </a:extLst>
          </p:cNvPr>
          <p:cNvSpPr txBox="1"/>
          <p:nvPr/>
        </p:nvSpPr>
        <p:spPr>
          <a:xfrm>
            <a:off x="1163589" y="2130727"/>
            <a:ext cx="85531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/>
              <a:t>¿Por qué aprender IA en el contexto del INE?</a:t>
            </a:r>
          </a:p>
        </p:txBody>
      </p:sp>
      <p:pic>
        <p:nvPicPr>
          <p:cNvPr id="5" name="Imagen 4" descr="🤔 Cara Pensativa Emoji: Significado y Uso">
            <a:extLst>
              <a:ext uri="{FF2B5EF4-FFF2-40B4-BE49-F238E27FC236}">
                <a16:creationId xmlns:a16="http://schemas.microsoft.com/office/drawing/2014/main" id="{FEC980CE-CA63-7E7B-4EC5-95DCE173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558" y="1717557"/>
            <a:ext cx="1571625" cy="14097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B9A877A-E986-7488-73B3-9718CA52F762}"/>
              </a:ext>
            </a:extLst>
          </p:cNvPr>
          <p:cNvSpPr txBox="1"/>
          <p:nvPr/>
        </p:nvSpPr>
        <p:spPr>
          <a:xfrm>
            <a:off x="774392" y="3432620"/>
            <a:ext cx="840202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¿Cambios en el mercado del trabajo? ¿Automati</a:t>
            </a:r>
            <a:r>
              <a:rPr lang="es-ES" sz="2400"/>
              <a:t>zación?</a:t>
            </a:r>
            <a:endParaRPr lang="es-ES" sz="2400" dirty="0"/>
          </a:p>
          <a:p>
            <a:endParaRPr lang="es-ES" sz="2400" dirty="0"/>
          </a:p>
          <a:p>
            <a:r>
              <a:rPr lang="es-ES" sz="2400"/>
              <a:t>¿Consideraciones éticas?</a:t>
            </a:r>
            <a:endParaRPr lang="es-ES" sz="2400" dirty="0"/>
          </a:p>
          <a:p>
            <a:endParaRPr lang="es-ES" sz="2400" dirty="0"/>
          </a:p>
          <a:p>
            <a:r>
              <a:rPr lang="es-ES" sz="2400"/>
              <a:t>¿Consideraciones políticas?</a:t>
            </a:r>
            <a:endParaRPr lang="es-ES" sz="2400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7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E307151-28D1-141C-8F0B-D46653BC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4" y="1653978"/>
            <a:ext cx="4944532" cy="354063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9CC2E97-2EF5-4E13-3414-B298D5179537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Imagen 5" descr="Gráfico, Gráfico de dispersión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DAC501DC-3AE4-4214-2505-F37A17473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512" y="1712760"/>
            <a:ext cx="7550381" cy="43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dispersión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7D8F7217-7F4E-9C33-A59D-9AD045D3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" y="1126108"/>
            <a:ext cx="6553197" cy="3618004"/>
          </a:xfrm>
          <a:prstGeom prst="rect">
            <a:avLst/>
          </a:prstGeom>
        </p:spPr>
      </p:pic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C4A4B9DD-09FF-0E67-064A-21D2E063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142" y="1893834"/>
            <a:ext cx="6524975" cy="496122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9165412-D226-3A78-1AA2-2E5C7C18C18D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8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B4CDD508-7B04-8B61-1E6A-D241D12C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55" y="1956481"/>
            <a:ext cx="8538633" cy="324742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AA8301B-5DA4-3CB7-801A-B2D05D9EEBA2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71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C7F3400-B549-DEEA-430E-7F4904E22950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997C29-0B17-08AD-B920-2C9936B8AF4F}"/>
              </a:ext>
            </a:extLst>
          </p:cNvPr>
          <p:cNvSpPr txBox="1"/>
          <p:nvPr/>
        </p:nvSpPr>
        <p:spPr>
          <a:xfrm>
            <a:off x="475953" y="2191086"/>
            <a:ext cx="84020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/>
              <a:t>Son preguntas difíciles de responder 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4D981A-3C73-7475-BAB3-627A18AF2110}"/>
              </a:ext>
            </a:extLst>
          </p:cNvPr>
          <p:cNvSpPr txBox="1"/>
          <p:nvPr/>
        </p:nvSpPr>
        <p:spPr>
          <a:xfrm>
            <a:off x="814620" y="4448863"/>
            <a:ext cx="1077268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/>
              <a:t>Vale la pena entender cómo funciona esta tecnología, para tener más </a:t>
            </a:r>
            <a:r>
              <a:rPr lang="es-ES" sz="3200" b="1"/>
              <a:t>elementos de juicio</a:t>
            </a:r>
            <a:r>
              <a:rPr lang="es-ES" sz="3200"/>
              <a:t> y </a:t>
            </a:r>
            <a:r>
              <a:rPr lang="es-ES" sz="3200" b="1"/>
              <a:t>sacarle provecho</a:t>
            </a:r>
            <a:endParaRPr lang="es-ES" sz="3200" b="1" dirty="0"/>
          </a:p>
        </p:txBody>
      </p:sp>
      <p:pic>
        <p:nvPicPr>
          <p:cNvPr id="6" name="Imagen 5" descr="aturdido emojis confuso emoticon con dentado boca. mano dibujado, plano  estilo emoticono 22461869 Vector en Vecteezy">
            <a:extLst>
              <a:ext uri="{FF2B5EF4-FFF2-40B4-BE49-F238E27FC236}">
                <a16:creationId xmlns:a16="http://schemas.microsoft.com/office/drawing/2014/main" id="{2EDC911B-0DAA-1E6F-5F32-57DFED4E7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155" y="1562335"/>
            <a:ext cx="21050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0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F68373A-A735-FF97-8C70-390195E92D86}"/>
              </a:ext>
            </a:extLst>
          </p:cNvPr>
          <p:cNvSpPr txBox="1">
            <a:spLocks/>
          </p:cNvSpPr>
          <p:nvPr/>
        </p:nvSpPr>
        <p:spPr>
          <a:xfrm>
            <a:off x="1368988" y="222068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Enfoque del curso y contenidos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430070-B021-9DE8-DB5D-0546F9E83C18}"/>
              </a:ext>
            </a:extLst>
          </p:cNvPr>
          <p:cNvSpPr txBox="1"/>
          <p:nvPr/>
        </p:nvSpPr>
        <p:spPr>
          <a:xfrm>
            <a:off x="536222" y="4162778"/>
            <a:ext cx="1072444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https://forms.cloud.microsoft/Pages/DesignPageV2.aspx?prevorigin=shell&amp;origin=NeoPortalPage&amp;subpage=design&amp;id=CqqqW5Qfm0a7udFkXa1axVIs9kt6eBFKh_ZUKl_x7T5UQ1U4M1JRNzBMM05QTVg3M0NYWDhVS1oxQS4u&amp;analysis=true</a:t>
            </a:r>
          </a:p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3C5103F-1124-7EAF-FA32-E407C70984BA}"/>
              </a:ext>
            </a:extLst>
          </p:cNvPr>
          <p:cNvSpPr txBox="1"/>
          <p:nvPr/>
        </p:nvSpPr>
        <p:spPr>
          <a:xfrm>
            <a:off x="827085" y="1990314"/>
            <a:ext cx="79349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Revisemos los </a:t>
            </a:r>
            <a:r>
              <a:rPr lang="es-ES" sz="2400" b="1" err="1"/>
              <a:t>result</a:t>
            </a:r>
            <a:r>
              <a:rPr lang="es-ES" sz="2400" b="1"/>
              <a:t>ados de la encuesta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1239966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5D01E42-3ABB-0C93-DF38-4BA3C8274B9A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751F14B3-B35C-94E7-5AEA-F305DFF1D3F4}"/>
              </a:ext>
            </a:extLst>
          </p:cNvPr>
          <p:cNvSpPr/>
          <p:nvPr/>
        </p:nvSpPr>
        <p:spPr>
          <a:xfrm>
            <a:off x="702038" y="2615659"/>
            <a:ext cx="11361502" cy="928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37586671-31D3-E062-F598-A94D57513B25}"/>
              </a:ext>
            </a:extLst>
          </p:cNvPr>
          <p:cNvSpPr/>
          <p:nvPr/>
        </p:nvSpPr>
        <p:spPr>
          <a:xfrm>
            <a:off x="1823" y="5962280"/>
            <a:ext cx="11855771" cy="897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FB275F78-8DD0-D767-C33B-7C7BB7A432CA}"/>
              </a:ext>
            </a:extLst>
          </p:cNvPr>
          <p:cNvSpPr/>
          <p:nvPr/>
        </p:nvSpPr>
        <p:spPr>
          <a:xfrm rot="16200000">
            <a:off x="83267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8BC7EBE-615C-EB5A-45A0-F31EA36C33CA}"/>
              </a:ext>
            </a:extLst>
          </p:cNvPr>
          <p:cNvSpPr txBox="1"/>
          <p:nvPr/>
        </p:nvSpPr>
        <p:spPr>
          <a:xfrm>
            <a:off x="179004" y="1567616"/>
            <a:ext cx="18274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1948</a:t>
            </a:r>
            <a:r>
              <a:rPr lang="es-ES"/>
              <a:t>: Teoría de la información (Shannon)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35599AB5-50A9-6EEE-9D24-EC634D53FC04}"/>
              </a:ext>
            </a:extLst>
          </p:cNvPr>
          <p:cNvSpPr/>
          <p:nvPr/>
        </p:nvSpPr>
        <p:spPr>
          <a:xfrm rot="16200000">
            <a:off x="2665591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E696B6-52DF-BD2C-9BB2-A74E6FB89A29}"/>
              </a:ext>
            </a:extLst>
          </p:cNvPr>
          <p:cNvSpPr txBox="1"/>
          <p:nvPr/>
        </p:nvSpPr>
        <p:spPr>
          <a:xfrm>
            <a:off x="2135491" y="1567616"/>
            <a:ext cx="18274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1950</a:t>
            </a:r>
            <a:r>
              <a:rPr lang="es-ES"/>
              <a:t>: Test de Turing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CBD0466-1654-45A1-3C06-FC4F3133E5EB}"/>
              </a:ext>
            </a:extLst>
          </p:cNvPr>
          <p:cNvSpPr txBox="1"/>
          <p:nvPr/>
        </p:nvSpPr>
        <p:spPr>
          <a:xfrm>
            <a:off x="3721275" y="1268994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1954-1957</a:t>
            </a:r>
            <a:r>
              <a:rPr lang="es-ES"/>
              <a:t>: Hipótesis distribucional (Harris-</a:t>
            </a:r>
            <a:r>
              <a:rPr lang="es-ES" err="1"/>
              <a:t>Firth</a:t>
            </a:r>
            <a:r>
              <a:rPr lang="es-ES"/>
              <a:t>)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91DB01E5-5A9D-717A-7F09-68A37CBBFE5F}"/>
              </a:ext>
            </a:extLst>
          </p:cNvPr>
          <p:cNvSpPr/>
          <p:nvPr/>
        </p:nvSpPr>
        <p:spPr>
          <a:xfrm rot="16200000">
            <a:off x="4354347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624E4430-4BA7-1A26-00B5-F6EA0A2F6953}"/>
              </a:ext>
            </a:extLst>
          </p:cNvPr>
          <p:cNvSpPr/>
          <p:nvPr/>
        </p:nvSpPr>
        <p:spPr>
          <a:xfrm rot="16200000">
            <a:off x="627994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68F1EFD-69C0-A539-21C2-5AB12E9CE3AA}"/>
              </a:ext>
            </a:extLst>
          </p:cNvPr>
          <p:cNvSpPr txBox="1"/>
          <p:nvPr/>
        </p:nvSpPr>
        <p:spPr>
          <a:xfrm>
            <a:off x="5595383" y="1402859"/>
            <a:ext cx="18685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1957</a:t>
            </a:r>
            <a:r>
              <a:rPr lang="es-ES"/>
              <a:t>: Perceptrón (Rosenblatt)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EF68F3-053D-E80C-4B21-A232594C5514}"/>
              </a:ext>
            </a:extLst>
          </p:cNvPr>
          <p:cNvSpPr txBox="1"/>
          <p:nvPr/>
        </p:nvSpPr>
        <p:spPr>
          <a:xfrm>
            <a:off x="457031" y="4522940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Back </a:t>
            </a:r>
            <a:r>
              <a:rPr lang="es-ES" err="1"/>
              <a:t>propagation</a:t>
            </a:r>
            <a:r>
              <a:rPr lang="es-ES"/>
              <a:t> (</a:t>
            </a:r>
            <a:r>
              <a:rPr lang="es-ES" err="1">
                <a:ea typeface="+mn-lt"/>
                <a:cs typeface="+mn-lt"/>
              </a:rPr>
              <a:t>Rumelhart</a:t>
            </a:r>
            <a:r>
              <a:rPr lang="es-ES">
                <a:ea typeface="+mn-lt"/>
                <a:cs typeface="+mn-lt"/>
              </a:rPr>
              <a:t>, Hinton y Williams</a:t>
            </a:r>
            <a:r>
              <a:rPr lang="es-ES"/>
              <a:t>)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DEE2B661-731B-0E06-534E-3AC2F02C2A68}"/>
              </a:ext>
            </a:extLst>
          </p:cNvPr>
          <p:cNvSpPr/>
          <p:nvPr/>
        </p:nvSpPr>
        <p:spPr>
          <a:xfrm rot="16200000">
            <a:off x="106951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F01DDDC8-D45A-D334-529F-7F81371C9ADC}"/>
              </a:ext>
            </a:extLst>
          </p:cNvPr>
          <p:cNvSpPr/>
          <p:nvPr/>
        </p:nvSpPr>
        <p:spPr>
          <a:xfrm rot="16200000">
            <a:off x="9276456" y="59080"/>
            <a:ext cx="277720" cy="489721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🥶 Cara Con Frío en Apple iOS 16.4">
            <a:extLst>
              <a:ext uri="{FF2B5EF4-FFF2-40B4-BE49-F238E27FC236}">
                <a16:creationId xmlns:a16="http://schemas.microsoft.com/office/drawing/2014/main" id="{3B413B15-7ED1-D1BD-C2FD-B1E8286A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617" y="1251637"/>
            <a:ext cx="1032819" cy="936025"/>
          </a:xfrm>
          <a:prstGeom prst="rect">
            <a:avLst/>
          </a:prstGeom>
        </p:spPr>
      </p:pic>
      <p:sp>
        <p:nvSpPr>
          <p:cNvPr id="18" name="Cerrar llave 17">
            <a:extLst>
              <a:ext uri="{FF2B5EF4-FFF2-40B4-BE49-F238E27FC236}">
                <a16:creationId xmlns:a16="http://schemas.microsoft.com/office/drawing/2014/main" id="{FCB755EF-314A-7F60-8287-62461A4F2876}"/>
              </a:ext>
            </a:extLst>
          </p:cNvPr>
          <p:cNvSpPr/>
          <p:nvPr/>
        </p:nvSpPr>
        <p:spPr>
          <a:xfrm rot="16200000">
            <a:off x="5239915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57F002E-5C38-ACD8-6126-99A75EC866EC}"/>
              </a:ext>
            </a:extLst>
          </p:cNvPr>
          <p:cNvSpPr txBox="1"/>
          <p:nvPr/>
        </p:nvSpPr>
        <p:spPr>
          <a:xfrm>
            <a:off x="4421490" y="498631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2013</a:t>
            </a:r>
            <a:r>
              <a:rPr lang="es-ES"/>
              <a:t>: Word2Vec </a:t>
            </a:r>
            <a:r>
              <a:rPr lang="es-ES">
                <a:ea typeface="+mn-lt"/>
                <a:cs typeface="+mn-lt"/>
              </a:rPr>
              <a:t>(</a:t>
            </a:r>
            <a:r>
              <a:rPr lang="es-ES" err="1">
                <a:ea typeface="+mn-lt"/>
                <a:cs typeface="+mn-lt"/>
              </a:rPr>
              <a:t>Mikolov</a:t>
            </a:r>
            <a:r>
              <a:rPr lang="es-ES">
                <a:ea typeface="+mn-lt"/>
                <a:cs typeface="+mn-lt"/>
              </a:rPr>
              <a:t> et al.)</a:t>
            </a:r>
            <a:endParaRPr lang="es-ES"/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D19953CE-91FD-9F63-5205-7DF8AFE84E20}"/>
              </a:ext>
            </a:extLst>
          </p:cNvPr>
          <p:cNvSpPr/>
          <p:nvPr/>
        </p:nvSpPr>
        <p:spPr>
          <a:xfrm rot="16200000">
            <a:off x="750532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C132C98-CAD6-92DA-DA97-77E63202E7E1}"/>
              </a:ext>
            </a:extLst>
          </p:cNvPr>
          <p:cNvSpPr txBox="1"/>
          <p:nvPr/>
        </p:nvSpPr>
        <p:spPr>
          <a:xfrm>
            <a:off x="6800166" y="4800967"/>
            <a:ext cx="2167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2017</a:t>
            </a:r>
            <a:r>
              <a:rPr lang="es-ES"/>
              <a:t>: </a:t>
            </a:r>
            <a:r>
              <a:rPr lang="es-ES" err="1"/>
              <a:t>Attention</a:t>
            </a:r>
            <a:r>
              <a:rPr lang="es-ES"/>
              <a:t> </a:t>
            </a:r>
            <a:r>
              <a:rPr lang="es-ES" err="1">
                <a:ea typeface="+mn-lt"/>
                <a:cs typeface="+mn-lt"/>
              </a:rPr>
              <a:t>is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all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you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need</a:t>
            </a:r>
            <a:r>
              <a:rPr lang="es-ES">
                <a:ea typeface="+mn-lt"/>
                <a:cs typeface="+mn-lt"/>
              </a:rPr>
              <a:t> (Mikolov et al.)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66499D-FF55-0301-B575-593596CB86EA}"/>
              </a:ext>
            </a:extLst>
          </p:cNvPr>
          <p:cNvSpPr txBox="1"/>
          <p:nvPr/>
        </p:nvSpPr>
        <p:spPr>
          <a:xfrm>
            <a:off x="2784220" y="494512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2012</a:t>
            </a:r>
            <a:r>
              <a:rPr lang="es-ES"/>
              <a:t>: </a:t>
            </a:r>
            <a:r>
              <a:rPr lang="es-ES" err="1"/>
              <a:t>Alexnet</a:t>
            </a:r>
            <a:r>
              <a:rPr lang="es-ES"/>
              <a:t> (Hinton)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55A1F93B-FAAD-518E-2263-F9D36EB148BC}"/>
              </a:ext>
            </a:extLst>
          </p:cNvPr>
          <p:cNvSpPr/>
          <p:nvPr/>
        </p:nvSpPr>
        <p:spPr>
          <a:xfrm rot="16200000">
            <a:off x="3345212" y="5712297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41B0FC56-00F1-435C-5E8C-C48481626930}"/>
              </a:ext>
            </a:extLst>
          </p:cNvPr>
          <p:cNvSpPr/>
          <p:nvPr/>
        </p:nvSpPr>
        <p:spPr>
          <a:xfrm rot="16200000">
            <a:off x="5389225" y="-965501"/>
            <a:ext cx="535153" cy="1097262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484CC7A-6E60-3337-CC27-14E3E8A6FD66}"/>
              </a:ext>
            </a:extLst>
          </p:cNvPr>
          <p:cNvSpPr txBox="1"/>
          <p:nvPr/>
        </p:nvSpPr>
        <p:spPr>
          <a:xfrm>
            <a:off x="4843680" y="3678562"/>
            <a:ext cx="2167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Internet</a:t>
            </a:r>
          </a:p>
        </p:txBody>
      </p:sp>
    </p:spTree>
    <p:extLst>
      <p:ext uri="{BB962C8B-B14F-4D97-AF65-F5344CB8AC3E}">
        <p14:creationId xmlns:p14="http://schemas.microsoft.com/office/powerpoint/2010/main" val="2479718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AD19-8307-3023-4275-D767873F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3CFB4BE-EE51-5589-F78C-826389A163AB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pic>
        <p:nvPicPr>
          <p:cNvPr id="5" name="Imagen 4" descr="Imagen que contiene objeto, reloj&#10;&#10;El contenido generado por IA puede ser incorrecto.">
            <a:extLst>
              <a:ext uri="{FF2B5EF4-FFF2-40B4-BE49-F238E27FC236}">
                <a16:creationId xmlns:a16="http://schemas.microsoft.com/office/drawing/2014/main" id="{474E7538-F7DA-3865-4B06-3F60AF194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66" y="3051718"/>
            <a:ext cx="5057003" cy="131342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A8C3CE4-68D0-0EF0-7D87-25DE340C4AC6}"/>
              </a:ext>
            </a:extLst>
          </p:cNvPr>
          <p:cNvSpPr txBox="1"/>
          <p:nvPr/>
        </p:nvSpPr>
        <p:spPr>
          <a:xfrm>
            <a:off x="6266848" y="5101799"/>
            <a:ext cx="449135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/>
              <a:t>El lenguaje humano tiene muy baja entropía</a:t>
            </a:r>
          </a:p>
          <a:p>
            <a:pPr marL="457200" indent="-457200">
              <a:buFont typeface="Calibri"/>
              <a:buChar char="-"/>
            </a:pPr>
            <a:r>
              <a:rPr lang="es-ES" sz="2800" b="1"/>
              <a:t>Muy fácil de predecir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EAC789-14BD-4FBC-119E-056B77BD3CDB}"/>
              </a:ext>
            </a:extLst>
          </p:cNvPr>
          <p:cNvSpPr txBox="1"/>
          <p:nvPr/>
        </p:nvSpPr>
        <p:spPr>
          <a:xfrm>
            <a:off x="6364820" y="3015862"/>
            <a:ext cx="555198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/>
              <a:t>Entropía</a:t>
            </a:r>
            <a:r>
              <a:rPr lang="es-ES" sz="2800"/>
              <a:t>: cantidad de información que se necesita para representar algo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16D16C-4B60-593D-1720-E5AE08310900}"/>
              </a:ext>
            </a:extLst>
          </p:cNvPr>
          <p:cNvSpPr txBox="1"/>
          <p:nvPr/>
        </p:nvSpPr>
        <p:spPr>
          <a:xfrm>
            <a:off x="282821" y="4934835"/>
            <a:ext cx="4491359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/>
              <a:t>Sucesos muy probables tienen baja entropía. Causan "poca sorpresa"</a:t>
            </a:r>
            <a:endParaRPr lang="es-ES" dirty="0"/>
          </a:p>
        </p:txBody>
      </p:sp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544BC00B-A60E-7DF1-5A24-655A6C1C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27" y="1650229"/>
            <a:ext cx="5302682" cy="10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0F15768-F60F-D078-7CF1-77A69754A180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FCBCC9-D9C5-2004-6D40-36E9DE774A6B}"/>
              </a:ext>
            </a:extLst>
          </p:cNvPr>
          <p:cNvSpPr txBox="1"/>
          <p:nvPr/>
        </p:nvSpPr>
        <p:spPr>
          <a:xfrm>
            <a:off x="713361" y="1372294"/>
            <a:ext cx="30320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Dos eventos: 0.9 y 0.1</a:t>
            </a:r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FDC607F-2D49-1817-3EA8-08EF12AC1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043" y="1325391"/>
            <a:ext cx="3829050" cy="561975"/>
          </a:xfrm>
          <a:prstGeom prst="rect">
            <a:avLst/>
          </a:prstGeom>
        </p:spPr>
      </p:pic>
      <p:pic>
        <p:nvPicPr>
          <p:cNvPr id="6" name="Imagen 5" descr="Forma&#10;&#10;El contenido generado por IA puede ser incorrecto.">
            <a:extLst>
              <a:ext uri="{FF2B5EF4-FFF2-40B4-BE49-F238E27FC236}">
                <a16:creationId xmlns:a16="http://schemas.microsoft.com/office/drawing/2014/main" id="{21F3D322-010C-14A7-BE61-8A093F84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057" y="1265923"/>
            <a:ext cx="1876425" cy="6191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8FF5EFA-2664-D069-4FA6-74ACB090082D}"/>
              </a:ext>
            </a:extLst>
          </p:cNvPr>
          <p:cNvSpPr txBox="1"/>
          <p:nvPr/>
        </p:nvSpPr>
        <p:spPr>
          <a:xfrm>
            <a:off x="589793" y="2806560"/>
            <a:ext cx="5503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Dos eventos: 0.5 y 0.5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AE12C98-22D1-7820-D805-0998524DD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583" y="2811548"/>
            <a:ext cx="4169376" cy="369931"/>
          </a:xfrm>
          <a:prstGeom prst="rect">
            <a:avLst/>
          </a:prstGeom>
        </p:spPr>
      </p:pic>
      <p:pic>
        <p:nvPicPr>
          <p:cNvPr id="9" name="Imagen 8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80D7A230-5B96-94BF-E66F-A469D64BD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771" y="2734576"/>
            <a:ext cx="3876675" cy="52387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6146C7A-5178-605C-DB66-EFBAC5C19A11}"/>
              </a:ext>
            </a:extLst>
          </p:cNvPr>
          <p:cNvSpPr txBox="1"/>
          <p:nvPr/>
        </p:nvSpPr>
        <p:spPr>
          <a:xfrm>
            <a:off x="710246" y="4301751"/>
            <a:ext cx="40546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/>
              <a:t>El perro le ladró al [ ¿?]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1C071CF-7719-2709-C793-8D4929737A75}"/>
              </a:ext>
            </a:extLst>
          </p:cNvPr>
          <p:cNvSpPr txBox="1"/>
          <p:nvPr/>
        </p:nvSpPr>
        <p:spPr>
          <a:xfrm>
            <a:off x="862538" y="5113905"/>
            <a:ext cx="438207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sz="2000" dirty="0"/>
              <a:t>Gato</a:t>
            </a:r>
          </a:p>
          <a:p>
            <a:pPr marL="285750" indent="-285750">
              <a:buFont typeface="Calibri"/>
              <a:buChar char="-"/>
            </a:pPr>
            <a:r>
              <a:rPr lang="es-ES" sz="2000" dirty="0"/>
              <a:t>Ladrón</a:t>
            </a:r>
          </a:p>
          <a:p>
            <a:pPr marL="285750" indent="-285750">
              <a:buFont typeface="Calibri"/>
              <a:buChar char="-"/>
            </a:pPr>
            <a:r>
              <a:rPr lang="es-ES" sz="2000" dirty="0"/>
              <a:t>Ornitorrinco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72F6C7-E4BA-6996-1715-78857B068BF4}"/>
              </a:ext>
            </a:extLst>
          </p:cNvPr>
          <p:cNvSpPr txBox="1"/>
          <p:nvPr/>
        </p:nvSpPr>
        <p:spPr>
          <a:xfrm>
            <a:off x="6288740" y="3892116"/>
            <a:ext cx="546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Recordemos esto: El lenguaje humano es muy predecible. Tiene baja entropía</a:t>
            </a:r>
          </a:p>
        </p:txBody>
      </p:sp>
      <p:pic>
        <p:nvPicPr>
          <p:cNvPr id="13" name="Imagen 12" descr="Imágenes de Smart Emoji: descubre bancos de fotos, ilustraciones, vectores  y vídeos de 13,428 | Adobe Stock">
            <a:extLst>
              <a:ext uri="{FF2B5EF4-FFF2-40B4-BE49-F238E27FC236}">
                <a16:creationId xmlns:a16="http://schemas.microsoft.com/office/drawing/2014/main" id="{4A0BE3E2-58B9-31D0-5582-14BCE1627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944" y="4821967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8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0D86-0F85-804C-B40A-4C651AD9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5415473-C266-BCE8-0EB1-12FCD01BD5F9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D8B3CC63-5D9D-1A5C-FE8C-6B904034D76D}"/>
              </a:ext>
            </a:extLst>
          </p:cNvPr>
          <p:cNvSpPr/>
          <p:nvPr/>
        </p:nvSpPr>
        <p:spPr>
          <a:xfrm>
            <a:off x="702038" y="2615659"/>
            <a:ext cx="11361502" cy="928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C07A414A-A242-E4DF-EC64-C3A36B96EB01}"/>
              </a:ext>
            </a:extLst>
          </p:cNvPr>
          <p:cNvSpPr/>
          <p:nvPr/>
        </p:nvSpPr>
        <p:spPr>
          <a:xfrm>
            <a:off x="1823" y="5962280"/>
            <a:ext cx="11855771" cy="897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999F6926-4C16-9EE1-7323-59932A784258}"/>
              </a:ext>
            </a:extLst>
          </p:cNvPr>
          <p:cNvSpPr/>
          <p:nvPr/>
        </p:nvSpPr>
        <p:spPr>
          <a:xfrm rot="16200000">
            <a:off x="83267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59A0A7-94D3-7F9A-A432-EE43B1FBF028}"/>
              </a:ext>
            </a:extLst>
          </p:cNvPr>
          <p:cNvSpPr txBox="1"/>
          <p:nvPr/>
        </p:nvSpPr>
        <p:spPr>
          <a:xfrm>
            <a:off x="179004" y="1567616"/>
            <a:ext cx="18274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1948</a:t>
            </a:r>
            <a:r>
              <a:rPr lang="es-ES"/>
              <a:t>: Teoría de la información (Shannon)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ECAC5C91-0EA2-A2C7-5965-2EB51629E1E6}"/>
              </a:ext>
            </a:extLst>
          </p:cNvPr>
          <p:cNvSpPr/>
          <p:nvPr/>
        </p:nvSpPr>
        <p:spPr>
          <a:xfrm rot="16200000">
            <a:off x="2665591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11E5A9-EBE8-3057-E328-0C03B4C28BDC}"/>
              </a:ext>
            </a:extLst>
          </p:cNvPr>
          <p:cNvSpPr txBox="1"/>
          <p:nvPr/>
        </p:nvSpPr>
        <p:spPr>
          <a:xfrm>
            <a:off x="2135491" y="1567616"/>
            <a:ext cx="18274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1950</a:t>
            </a:r>
            <a:r>
              <a:rPr lang="es-ES"/>
              <a:t>: Test de Turing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E75218-57D8-CB50-AEAA-8B907E544A51}"/>
              </a:ext>
            </a:extLst>
          </p:cNvPr>
          <p:cNvSpPr txBox="1"/>
          <p:nvPr/>
        </p:nvSpPr>
        <p:spPr>
          <a:xfrm>
            <a:off x="3721275" y="1268994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1954-1957</a:t>
            </a:r>
            <a:r>
              <a:rPr lang="es-ES"/>
              <a:t>: Hipótesis distribucional (Harris-</a:t>
            </a:r>
            <a:r>
              <a:rPr lang="es-ES" err="1"/>
              <a:t>Firth</a:t>
            </a:r>
            <a:r>
              <a:rPr lang="es-ES"/>
              <a:t>)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2D800CA0-9EAA-5BA5-9F3F-298651BC7D26}"/>
              </a:ext>
            </a:extLst>
          </p:cNvPr>
          <p:cNvSpPr/>
          <p:nvPr/>
        </p:nvSpPr>
        <p:spPr>
          <a:xfrm rot="16200000">
            <a:off x="4354347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12D286FA-428A-E24C-9DCB-3B4BA7CBA500}"/>
              </a:ext>
            </a:extLst>
          </p:cNvPr>
          <p:cNvSpPr/>
          <p:nvPr/>
        </p:nvSpPr>
        <p:spPr>
          <a:xfrm rot="16200000">
            <a:off x="627994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7678FC-771F-3679-0C4A-B577172518D5}"/>
              </a:ext>
            </a:extLst>
          </p:cNvPr>
          <p:cNvSpPr txBox="1"/>
          <p:nvPr/>
        </p:nvSpPr>
        <p:spPr>
          <a:xfrm>
            <a:off x="5595383" y="1402859"/>
            <a:ext cx="18685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1957</a:t>
            </a:r>
            <a:r>
              <a:rPr lang="es-ES"/>
              <a:t>: Perceptrón (Rosenblatt)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2EC479-7C01-1F44-CACE-F3831FF61F84}"/>
              </a:ext>
            </a:extLst>
          </p:cNvPr>
          <p:cNvSpPr txBox="1"/>
          <p:nvPr/>
        </p:nvSpPr>
        <p:spPr>
          <a:xfrm>
            <a:off x="457031" y="4522940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Back </a:t>
            </a:r>
            <a:r>
              <a:rPr lang="es-ES" err="1"/>
              <a:t>propagation</a:t>
            </a:r>
            <a:r>
              <a:rPr lang="es-ES"/>
              <a:t> (</a:t>
            </a:r>
            <a:r>
              <a:rPr lang="es-ES" err="1">
                <a:ea typeface="+mn-lt"/>
                <a:cs typeface="+mn-lt"/>
              </a:rPr>
              <a:t>Rumelhart</a:t>
            </a:r>
            <a:r>
              <a:rPr lang="es-ES">
                <a:ea typeface="+mn-lt"/>
                <a:cs typeface="+mn-lt"/>
              </a:rPr>
              <a:t>, Hinton y Williams</a:t>
            </a:r>
            <a:r>
              <a:rPr lang="es-ES"/>
              <a:t>)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45D92F72-EE41-8597-E8E7-6B48E18BB119}"/>
              </a:ext>
            </a:extLst>
          </p:cNvPr>
          <p:cNvSpPr/>
          <p:nvPr/>
        </p:nvSpPr>
        <p:spPr>
          <a:xfrm rot="16200000">
            <a:off x="106951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DFA1D40D-D120-D3CA-152B-A6851A2D1912}"/>
              </a:ext>
            </a:extLst>
          </p:cNvPr>
          <p:cNvSpPr/>
          <p:nvPr/>
        </p:nvSpPr>
        <p:spPr>
          <a:xfrm rot="16200000">
            <a:off x="9276456" y="59080"/>
            <a:ext cx="277720" cy="489721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🥶 Cara Con Frío en Apple iOS 16.4">
            <a:extLst>
              <a:ext uri="{FF2B5EF4-FFF2-40B4-BE49-F238E27FC236}">
                <a16:creationId xmlns:a16="http://schemas.microsoft.com/office/drawing/2014/main" id="{E5E12949-F68D-7E28-05C7-413A4117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617" y="1251637"/>
            <a:ext cx="1032819" cy="936025"/>
          </a:xfrm>
          <a:prstGeom prst="rect">
            <a:avLst/>
          </a:prstGeom>
        </p:spPr>
      </p:pic>
      <p:sp>
        <p:nvSpPr>
          <p:cNvPr id="18" name="Cerrar llave 17">
            <a:extLst>
              <a:ext uri="{FF2B5EF4-FFF2-40B4-BE49-F238E27FC236}">
                <a16:creationId xmlns:a16="http://schemas.microsoft.com/office/drawing/2014/main" id="{0A7B8347-BE57-055E-0335-769436B634A7}"/>
              </a:ext>
            </a:extLst>
          </p:cNvPr>
          <p:cNvSpPr/>
          <p:nvPr/>
        </p:nvSpPr>
        <p:spPr>
          <a:xfrm rot="16200000">
            <a:off x="5239915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B54AEB0-9489-8290-B88A-9235AB2ED650}"/>
              </a:ext>
            </a:extLst>
          </p:cNvPr>
          <p:cNvSpPr txBox="1"/>
          <p:nvPr/>
        </p:nvSpPr>
        <p:spPr>
          <a:xfrm>
            <a:off x="4421490" y="498631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2013</a:t>
            </a:r>
            <a:r>
              <a:rPr lang="es-ES"/>
              <a:t>: Word2Vec </a:t>
            </a:r>
            <a:r>
              <a:rPr lang="es-ES">
                <a:ea typeface="+mn-lt"/>
                <a:cs typeface="+mn-lt"/>
              </a:rPr>
              <a:t>(</a:t>
            </a:r>
            <a:r>
              <a:rPr lang="es-ES" err="1">
                <a:ea typeface="+mn-lt"/>
                <a:cs typeface="+mn-lt"/>
              </a:rPr>
              <a:t>Mikolov</a:t>
            </a:r>
            <a:r>
              <a:rPr lang="es-ES">
                <a:ea typeface="+mn-lt"/>
                <a:cs typeface="+mn-lt"/>
              </a:rPr>
              <a:t> et al.)</a:t>
            </a:r>
            <a:endParaRPr lang="es-ES"/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B2F05F6A-0C00-6EE2-1F38-48819F29F623}"/>
              </a:ext>
            </a:extLst>
          </p:cNvPr>
          <p:cNvSpPr/>
          <p:nvPr/>
        </p:nvSpPr>
        <p:spPr>
          <a:xfrm rot="16200000">
            <a:off x="750532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D616E73-1B76-F698-8CCF-4789B03579A2}"/>
              </a:ext>
            </a:extLst>
          </p:cNvPr>
          <p:cNvSpPr txBox="1"/>
          <p:nvPr/>
        </p:nvSpPr>
        <p:spPr>
          <a:xfrm>
            <a:off x="6800166" y="4800967"/>
            <a:ext cx="2167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2017</a:t>
            </a:r>
            <a:r>
              <a:rPr lang="es-ES"/>
              <a:t>: </a:t>
            </a:r>
            <a:r>
              <a:rPr lang="es-ES" err="1"/>
              <a:t>Attention</a:t>
            </a:r>
            <a:r>
              <a:rPr lang="es-ES"/>
              <a:t> </a:t>
            </a:r>
            <a:r>
              <a:rPr lang="es-ES" err="1">
                <a:ea typeface="+mn-lt"/>
                <a:cs typeface="+mn-lt"/>
              </a:rPr>
              <a:t>is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all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you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need</a:t>
            </a:r>
            <a:r>
              <a:rPr lang="es-ES">
                <a:ea typeface="+mn-lt"/>
                <a:cs typeface="+mn-lt"/>
              </a:rPr>
              <a:t> (Mikolov et al.)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7172A2F-3FB6-0C97-1B9D-CD4503AE6148}"/>
              </a:ext>
            </a:extLst>
          </p:cNvPr>
          <p:cNvSpPr txBox="1"/>
          <p:nvPr/>
        </p:nvSpPr>
        <p:spPr>
          <a:xfrm>
            <a:off x="2784220" y="494512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2012</a:t>
            </a:r>
            <a:r>
              <a:rPr lang="es-ES"/>
              <a:t>: </a:t>
            </a:r>
            <a:r>
              <a:rPr lang="es-ES" err="1"/>
              <a:t>Alexnet</a:t>
            </a:r>
            <a:r>
              <a:rPr lang="es-ES"/>
              <a:t> (Hinton)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27AE21B2-0A2E-FD87-090A-6BA9CD775801}"/>
              </a:ext>
            </a:extLst>
          </p:cNvPr>
          <p:cNvSpPr/>
          <p:nvPr/>
        </p:nvSpPr>
        <p:spPr>
          <a:xfrm rot="16200000">
            <a:off x="3345212" y="5712297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75F5AA57-3F44-3C24-C042-D59B8C016360}"/>
              </a:ext>
            </a:extLst>
          </p:cNvPr>
          <p:cNvSpPr/>
          <p:nvPr/>
        </p:nvSpPr>
        <p:spPr>
          <a:xfrm rot="16200000">
            <a:off x="5389225" y="-965501"/>
            <a:ext cx="535153" cy="1097262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26647EA-2A35-2C5E-225F-94BE6A1FEE05}"/>
              </a:ext>
            </a:extLst>
          </p:cNvPr>
          <p:cNvSpPr txBox="1"/>
          <p:nvPr/>
        </p:nvSpPr>
        <p:spPr>
          <a:xfrm>
            <a:off x="4843680" y="3678562"/>
            <a:ext cx="2167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Internet</a:t>
            </a:r>
          </a:p>
        </p:txBody>
      </p:sp>
    </p:spTree>
    <p:extLst>
      <p:ext uri="{BB962C8B-B14F-4D97-AF65-F5344CB8AC3E}">
        <p14:creationId xmlns:p14="http://schemas.microsoft.com/office/powerpoint/2010/main" val="53887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71FC28C-6D6B-8615-17F5-C86A6FA9E2E0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F5CFD2-72F3-FA84-DE3B-F6DFEBB2887E}"/>
              </a:ext>
            </a:extLst>
          </p:cNvPr>
          <p:cNvSpPr txBox="1"/>
          <p:nvPr/>
        </p:nvSpPr>
        <p:spPr>
          <a:xfrm>
            <a:off x="478537" y="1270173"/>
            <a:ext cx="9856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strike="sngStrike"/>
              <a:t>¿Las </a:t>
            </a:r>
            <a:r>
              <a:rPr lang="es-ES" sz="2400" b="1" strike="sngStrike"/>
              <a:t>máquinas </a:t>
            </a:r>
            <a:r>
              <a:rPr lang="es-ES" sz="2400" strike="sngStrike"/>
              <a:t>pueden </a:t>
            </a:r>
            <a:r>
              <a:rPr lang="es-ES" sz="2400" b="1" strike="sngStrike"/>
              <a:t>pensar</a:t>
            </a:r>
            <a:r>
              <a:rPr lang="es-ES" sz="2400" strike="sngStrike"/>
              <a:t>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5887E8-BFB7-F99E-43C7-D7B2587FC9EB}"/>
              </a:ext>
            </a:extLst>
          </p:cNvPr>
          <p:cNvSpPr txBox="1"/>
          <p:nvPr/>
        </p:nvSpPr>
        <p:spPr>
          <a:xfrm>
            <a:off x="476447" y="2031867"/>
            <a:ext cx="94245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/>
              <a:t>¿Puede una persona distinguir entre una máquina y una persona?</a:t>
            </a:r>
          </a:p>
        </p:txBody>
      </p:sp>
      <p:pic>
        <p:nvPicPr>
          <p:cNvPr id="7" name="Imagen 6" descr="Prueba de Turing - Wikipedia, la enciclopedia libre">
            <a:extLst>
              <a:ext uri="{FF2B5EF4-FFF2-40B4-BE49-F238E27FC236}">
                <a16:creationId xmlns:a16="http://schemas.microsoft.com/office/drawing/2014/main" id="{DBA97077-0E0F-957C-6D58-105DE091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836" y="2857758"/>
            <a:ext cx="2874490" cy="367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97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6CB8-571A-B819-3A69-B2CC867D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0903E23-8B6B-63F9-96B9-33CEAB34FF9D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>
                <a:solidFill>
                  <a:schemeClr val="bg1"/>
                </a:solidFill>
              </a:rPr>
              <a:t>Una breve historia</a:t>
            </a:r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2729DC8-99E1-8FCD-A3A7-673E4FE2FB0D}"/>
              </a:ext>
            </a:extLst>
          </p:cNvPr>
          <p:cNvSpPr txBox="1"/>
          <p:nvPr/>
        </p:nvSpPr>
        <p:spPr>
          <a:xfrm>
            <a:off x="523821" y="1469136"/>
            <a:ext cx="107833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/>
              <a:t>Hipótesis distribucional:</a:t>
            </a:r>
            <a:r>
              <a:rPr lang="es-MX" sz="2400"/>
              <a:t> El significado de una palabra depende de las palabras que están cerca</a:t>
            </a:r>
            <a:endParaRPr lang="es-CL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F174AD-DF00-7DAC-15B1-639EA707B2AA}"/>
              </a:ext>
            </a:extLst>
          </p:cNvPr>
          <p:cNvSpPr txBox="1"/>
          <p:nvPr/>
        </p:nvSpPr>
        <p:spPr>
          <a:xfrm>
            <a:off x="522986" y="2728430"/>
            <a:ext cx="10565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“</a:t>
            </a:r>
            <a:r>
              <a:rPr lang="es-MX" sz="2400" i="1" dirty="0"/>
              <a:t>Conocerás una palabra por las palabras que la acompañan</a:t>
            </a:r>
            <a:r>
              <a:rPr lang="es-MX" sz="2400" dirty="0"/>
              <a:t>” (Harris 1954)</a:t>
            </a:r>
            <a:endParaRPr lang="es-CL" sz="2400" dirty="0"/>
          </a:p>
        </p:txBody>
      </p:sp>
      <p:pic>
        <p:nvPicPr>
          <p:cNvPr id="1026" name="Picture 2" descr="Word embedding - Wikipedia">
            <a:extLst>
              <a:ext uri="{FF2B5EF4-FFF2-40B4-BE49-F238E27FC236}">
                <a16:creationId xmlns:a16="http://schemas.microsoft.com/office/drawing/2014/main" id="{92650772-6C75-B2BC-AF0B-8BE1A25D0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899" y="3956855"/>
            <a:ext cx="2875275" cy="268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950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1849C44C-A2F2-9867-47C3-B3816DA4106C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2D44D6BB-C804-BFB2-2742-4A359F65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590675"/>
            <a:ext cx="82391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4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816B5-1BD8-3C31-C90C-22E3244BACD8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A9C7B4D-5106-B97B-C4C7-9005240918CD}"/>
              </a:ext>
            </a:extLst>
          </p:cNvPr>
          <p:cNvSpPr/>
          <p:nvPr/>
        </p:nvSpPr>
        <p:spPr>
          <a:xfrm>
            <a:off x="1339913" y="2009870"/>
            <a:ext cx="1151299" cy="9868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689F72A-52AD-B373-B3E5-6CB4189B0337}"/>
              </a:ext>
            </a:extLst>
          </p:cNvPr>
          <p:cNvSpPr/>
          <p:nvPr/>
        </p:nvSpPr>
        <p:spPr>
          <a:xfrm>
            <a:off x="1339913" y="3974759"/>
            <a:ext cx="1151299" cy="9868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6DCDC54-00E3-A4AC-B612-0E932E725603}"/>
              </a:ext>
            </a:extLst>
          </p:cNvPr>
          <p:cNvSpPr/>
          <p:nvPr/>
        </p:nvSpPr>
        <p:spPr>
          <a:xfrm>
            <a:off x="3330166" y="2942377"/>
            <a:ext cx="1151299" cy="9868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4744B81-A445-8BF3-DCD8-C54E075D9E0A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2322608" y="2852180"/>
            <a:ext cx="1176162" cy="234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D1F89A9-50E3-C920-9F68-698A0DC21C8F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2322608" y="3674806"/>
            <a:ext cx="1106392" cy="444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9F568B-C28B-D27A-35B9-4CFBCEB15F1D}"/>
              </a:ext>
            </a:extLst>
          </p:cNvPr>
          <p:cNvSpPr txBox="1"/>
          <p:nvPr/>
        </p:nvSpPr>
        <p:spPr>
          <a:xfrm>
            <a:off x="1638677" y="2308634"/>
            <a:ext cx="5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x1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3EE46D-409D-3F4E-CD88-D7A34A3AB3CC}"/>
              </a:ext>
            </a:extLst>
          </p:cNvPr>
          <p:cNvSpPr txBox="1"/>
          <p:nvPr/>
        </p:nvSpPr>
        <p:spPr>
          <a:xfrm>
            <a:off x="1638677" y="4283507"/>
            <a:ext cx="5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x2</a:t>
            </a:r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01977D-07D0-622C-0C70-275F46192F6B}"/>
              </a:ext>
            </a:extLst>
          </p:cNvPr>
          <p:cNvSpPr txBox="1"/>
          <p:nvPr/>
        </p:nvSpPr>
        <p:spPr>
          <a:xfrm>
            <a:off x="2658701" y="3429000"/>
            <a:ext cx="5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w2</a:t>
            </a:r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BEE4E0-78DC-45E4-E04F-94278C98AE39}"/>
              </a:ext>
            </a:extLst>
          </p:cNvPr>
          <p:cNvSpPr txBox="1"/>
          <p:nvPr/>
        </p:nvSpPr>
        <p:spPr>
          <a:xfrm>
            <a:off x="2658701" y="2528115"/>
            <a:ext cx="506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w1</a:t>
            </a:r>
            <a:endParaRPr lang="es-CL" dirty="0"/>
          </a:p>
        </p:txBody>
      </p:sp>
      <p:pic>
        <p:nvPicPr>
          <p:cNvPr id="16" name="Imagen 1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0524FC7-A402-94D6-2F6D-DED43B36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984" y="1518354"/>
            <a:ext cx="3571875" cy="962025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BEE4E6B-0A3D-184F-048B-388DFE32A8E3}"/>
              </a:ext>
            </a:extLst>
          </p:cNvPr>
          <p:cNvSpPr txBox="1"/>
          <p:nvPr/>
        </p:nvSpPr>
        <p:spPr>
          <a:xfrm>
            <a:off x="3663560" y="2158783"/>
            <a:ext cx="44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b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0E5EF90-E529-CB33-FE49-BD8F741319A7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884654" y="2528115"/>
            <a:ext cx="3644" cy="414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790B8B9-DD3C-3C56-BDED-BA421E51C2D9}"/>
              </a:ext>
            </a:extLst>
          </p:cNvPr>
          <p:cNvSpPr txBox="1"/>
          <p:nvPr/>
        </p:nvSpPr>
        <p:spPr>
          <a:xfrm>
            <a:off x="3663560" y="3225981"/>
            <a:ext cx="74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f(h)</a:t>
            </a:r>
            <a:endParaRPr lang="es-CL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75392D7-3F4B-52C6-6C9A-F405E906B1E7}"/>
              </a:ext>
            </a:extLst>
          </p:cNvPr>
          <p:cNvCxnSpPr>
            <a:stCxn id="5" idx="6"/>
          </p:cNvCxnSpPr>
          <p:nvPr/>
        </p:nvCxnSpPr>
        <p:spPr>
          <a:xfrm>
            <a:off x="4481465" y="3435791"/>
            <a:ext cx="968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9BD7E32-78AA-1C54-8B55-613D1C768B9D}"/>
              </a:ext>
            </a:extLst>
          </p:cNvPr>
          <p:cNvSpPr txBox="1"/>
          <p:nvPr/>
        </p:nvSpPr>
        <p:spPr>
          <a:xfrm>
            <a:off x="5596128" y="3255371"/>
            <a:ext cx="49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</a:t>
            </a:r>
            <a:endParaRPr lang="es-CL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F63E30C-668B-AB6E-0FFF-0951B22761BE}"/>
              </a:ext>
            </a:extLst>
          </p:cNvPr>
          <p:cNvSpPr txBox="1"/>
          <p:nvPr/>
        </p:nvSpPr>
        <p:spPr>
          <a:xfrm>
            <a:off x="7685983" y="3163038"/>
            <a:ext cx="357187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/>
              <a:t>Interpretación del sesgo</a:t>
            </a:r>
            <a:r>
              <a:rPr lang="es-MX" b="1" dirty="0"/>
              <a:t>: </a:t>
            </a:r>
            <a:r>
              <a:rPr lang="es-MX" dirty="0"/>
              <a:t>qué tan fácil quiero que la neurona se prenda</a:t>
            </a:r>
            <a:endParaRPr lang="es-CL" dirty="0"/>
          </a:p>
        </p:txBody>
      </p:sp>
      <p:pic>
        <p:nvPicPr>
          <p:cNvPr id="28" name="Picture 2" descr="Binary Step Function">
            <a:extLst>
              <a:ext uri="{FF2B5EF4-FFF2-40B4-BE49-F238E27FC236}">
                <a16:creationId xmlns:a16="http://schemas.microsoft.com/office/drawing/2014/main" id="{3227934A-7A34-01B3-5B8D-3F9C3084C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827" y="4466162"/>
            <a:ext cx="2871216" cy="229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58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EBC9C5F-E4FE-FAE3-DE0D-1633A0E98BC9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1028" name="Picture 4" descr="Linear Activation Function">
            <a:extLst>
              <a:ext uri="{FF2B5EF4-FFF2-40B4-BE49-F238E27FC236}">
                <a16:creationId xmlns:a16="http://schemas.microsoft.com/office/drawing/2014/main" id="{70292D4B-77D9-0D79-F5B6-C17CBCD57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99" y="1276251"/>
            <a:ext cx="2916936" cy="233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gmoid Function">
            <a:extLst>
              <a:ext uri="{FF2B5EF4-FFF2-40B4-BE49-F238E27FC236}">
                <a16:creationId xmlns:a16="http://schemas.microsoft.com/office/drawing/2014/main" id="{8AC95DC3-9E4D-257B-C601-19D23A7AA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80" y="3902658"/>
            <a:ext cx="3467100" cy="277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anh Function (Hyperbolic Tangent)">
            <a:extLst>
              <a:ext uri="{FF2B5EF4-FFF2-40B4-BE49-F238E27FC236}">
                <a16:creationId xmlns:a16="http://schemas.microsoft.com/office/drawing/2014/main" id="{1985488A-4458-1F30-3CD0-C9A01826B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064" y="1342213"/>
            <a:ext cx="2887969" cy="249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004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9BF25-01FB-48C6-410C-D8C32DF9C761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F0E0987-5EBF-664B-6078-6C27B1A3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87" y="1856014"/>
            <a:ext cx="6234494" cy="2362200"/>
          </a:xfrm>
          <a:prstGeom prst="rect">
            <a:avLst/>
          </a:prstGeom>
        </p:spPr>
      </p:pic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29167178-6C40-B4FF-E0D0-2D35424F5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706" y="2055196"/>
            <a:ext cx="1714500" cy="14668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C3BE486-B8A4-2506-22ED-129564C31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156" y="3999957"/>
            <a:ext cx="1924050" cy="428625"/>
          </a:xfrm>
          <a:prstGeom prst="rect">
            <a:avLst/>
          </a:prstGeom>
        </p:spPr>
      </p:pic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AD7D9675-1906-23D0-6874-5F2A71DB8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156" y="5117140"/>
            <a:ext cx="2133600" cy="141922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7D794AF-0637-1602-29B1-72F0FA646B78}"/>
              </a:ext>
            </a:extLst>
          </p:cNvPr>
          <p:cNvSpPr txBox="1"/>
          <p:nvPr/>
        </p:nvSpPr>
        <p:spPr>
          <a:xfrm>
            <a:off x="431887" y="5359057"/>
            <a:ext cx="710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Si cambio el </a:t>
            </a:r>
            <a:r>
              <a:rPr lang="es-MX" sz="2400" dirty="0" err="1"/>
              <a:t>bias</a:t>
            </a:r>
            <a:r>
              <a:rPr lang="es-MX" sz="2400" dirty="0"/>
              <a:t> por -1.5 podemos computar </a:t>
            </a:r>
            <a:r>
              <a:rPr lang="es-MX" sz="2400" b="1" dirty="0"/>
              <a:t>and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1356787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8F67A-78BD-3A8B-8FFB-3CFFE3E83146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8" name="Imagen 7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DDDDBE43-0617-B654-D686-60A281011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98" y="1589115"/>
            <a:ext cx="8021074" cy="1064479"/>
          </a:xfrm>
          <a:prstGeom prst="rect">
            <a:avLst/>
          </a:prstGeom>
        </p:spPr>
      </p:pic>
      <p:pic>
        <p:nvPicPr>
          <p:cNvPr id="9" name="Imagen 8" descr="Imágenes de Smart Emoji: descubre bancos de fotos, ilustraciones, vectores  y vídeos de 13,428 | Adobe Stock">
            <a:extLst>
              <a:ext uri="{FF2B5EF4-FFF2-40B4-BE49-F238E27FC236}">
                <a16:creationId xmlns:a16="http://schemas.microsoft.com/office/drawing/2014/main" id="{C9918836-F136-D065-BFA2-835370D81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016" y="3818180"/>
            <a:ext cx="2466975" cy="18478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1D0F784-6059-B026-100C-AB79A7D0CCB0}"/>
              </a:ext>
            </a:extLst>
          </p:cNvPr>
          <p:cNvSpPr txBox="1"/>
          <p:nvPr/>
        </p:nvSpPr>
        <p:spPr>
          <a:xfrm>
            <a:off x="5115645" y="3910493"/>
            <a:ext cx="493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¿Y qué hago con esto?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849861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03ABDE4-E898-B1D2-10FF-E8878FB9F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01" y="1560738"/>
            <a:ext cx="6100083" cy="490129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16FC0B2-88C5-1103-131B-35CB30C21966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4355C8-91B4-F6F3-B5DE-C792CC835343}"/>
              </a:ext>
            </a:extLst>
          </p:cNvPr>
          <p:cNvSpPr txBox="1"/>
          <p:nvPr/>
        </p:nvSpPr>
        <p:spPr>
          <a:xfrm>
            <a:off x="7345134" y="1559378"/>
            <a:ext cx="401410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Teorema de aproximación </a:t>
            </a:r>
            <a:r>
              <a:rPr lang="es-ES" sz="2400" b="1"/>
              <a:t>universal:</a:t>
            </a:r>
            <a:endParaRPr lang="es-ES" sz="2400" b="1" dirty="0"/>
          </a:p>
          <a:p>
            <a:endParaRPr lang="es-ES" sz="2400" dirty="0"/>
          </a:p>
          <a:p>
            <a:r>
              <a:rPr lang="es-ES" sz="2400"/>
              <a:t>Una red con una capa oculta puede aproximar cualquier función continua. </a:t>
            </a:r>
            <a:endParaRPr lang="es-ES" sz="2400" dirty="0"/>
          </a:p>
        </p:txBody>
      </p:sp>
      <p:pic>
        <p:nvPicPr>
          <p:cNvPr id="7" name="Imagen 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78264CF-06FC-412D-1AD0-40B758D2F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360" y="4605338"/>
            <a:ext cx="3160939" cy="78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5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750E6-A054-16E0-66C1-D5887F8B95CA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3074" name="Picture 2" descr="Artificial Neural Network Architecture">
            <a:extLst>
              <a:ext uri="{FF2B5EF4-FFF2-40B4-BE49-F238E27FC236}">
                <a16:creationId xmlns:a16="http://schemas.microsoft.com/office/drawing/2014/main" id="{7CC1F5EB-20D9-5DC5-8C2F-13A7F800E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587" y="1278737"/>
            <a:ext cx="6916420" cy="526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810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F967-E548-C886-A272-8281A8FF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DFF0A3D-B049-B405-BD8F-222CD4F90541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6F9B64AF-1B52-5F5B-3832-8F566B4D146B}"/>
              </a:ext>
            </a:extLst>
          </p:cNvPr>
          <p:cNvSpPr/>
          <p:nvPr/>
        </p:nvSpPr>
        <p:spPr>
          <a:xfrm>
            <a:off x="702038" y="2615659"/>
            <a:ext cx="11361502" cy="928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E1A5CEC1-0A55-9AB9-510B-F2C59F6292BF}"/>
              </a:ext>
            </a:extLst>
          </p:cNvPr>
          <p:cNvSpPr/>
          <p:nvPr/>
        </p:nvSpPr>
        <p:spPr>
          <a:xfrm>
            <a:off x="1823" y="5962280"/>
            <a:ext cx="11855771" cy="897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62CDA94F-829E-A4A4-266D-5D50006B00E7}"/>
              </a:ext>
            </a:extLst>
          </p:cNvPr>
          <p:cNvSpPr/>
          <p:nvPr/>
        </p:nvSpPr>
        <p:spPr>
          <a:xfrm rot="16200000">
            <a:off x="83267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1B1115-1AF9-3E61-C731-033CD861EE5C}"/>
              </a:ext>
            </a:extLst>
          </p:cNvPr>
          <p:cNvSpPr txBox="1"/>
          <p:nvPr/>
        </p:nvSpPr>
        <p:spPr>
          <a:xfrm>
            <a:off x="179004" y="1567616"/>
            <a:ext cx="18274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1948</a:t>
            </a:r>
            <a:r>
              <a:rPr lang="es-ES"/>
              <a:t>: Teoría de la información (Shannon)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C6A51463-B36B-AFAC-F9C0-695350B087EB}"/>
              </a:ext>
            </a:extLst>
          </p:cNvPr>
          <p:cNvSpPr/>
          <p:nvPr/>
        </p:nvSpPr>
        <p:spPr>
          <a:xfrm rot="16200000">
            <a:off x="2665591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E69552F-1E71-2665-B1EF-192C2B55F2F8}"/>
              </a:ext>
            </a:extLst>
          </p:cNvPr>
          <p:cNvSpPr txBox="1"/>
          <p:nvPr/>
        </p:nvSpPr>
        <p:spPr>
          <a:xfrm>
            <a:off x="2135491" y="1567616"/>
            <a:ext cx="18274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1950</a:t>
            </a:r>
            <a:r>
              <a:rPr lang="es-ES"/>
              <a:t>: Test de Turing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F805C8-5008-AFAE-AB79-C19830440B4F}"/>
              </a:ext>
            </a:extLst>
          </p:cNvPr>
          <p:cNvSpPr txBox="1"/>
          <p:nvPr/>
        </p:nvSpPr>
        <p:spPr>
          <a:xfrm>
            <a:off x="3721275" y="1268994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1954-1957</a:t>
            </a:r>
            <a:r>
              <a:rPr lang="es-ES"/>
              <a:t>: Hipótesis distribucional (Harris-</a:t>
            </a:r>
            <a:r>
              <a:rPr lang="es-ES" err="1"/>
              <a:t>Firth</a:t>
            </a:r>
            <a:r>
              <a:rPr lang="es-ES"/>
              <a:t>)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8F273BF5-2C58-F9DF-E726-2ADB3ADF5B61}"/>
              </a:ext>
            </a:extLst>
          </p:cNvPr>
          <p:cNvSpPr/>
          <p:nvPr/>
        </p:nvSpPr>
        <p:spPr>
          <a:xfrm rot="16200000">
            <a:off x="4354347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DEA1C89D-9616-0726-BE98-9892ED69D0C5}"/>
              </a:ext>
            </a:extLst>
          </p:cNvPr>
          <p:cNvSpPr/>
          <p:nvPr/>
        </p:nvSpPr>
        <p:spPr>
          <a:xfrm rot="16200000">
            <a:off x="627994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1434E1-262F-0A12-2019-DD8255B51BA2}"/>
              </a:ext>
            </a:extLst>
          </p:cNvPr>
          <p:cNvSpPr txBox="1"/>
          <p:nvPr/>
        </p:nvSpPr>
        <p:spPr>
          <a:xfrm>
            <a:off x="5595383" y="1402859"/>
            <a:ext cx="18685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1957</a:t>
            </a:r>
            <a:r>
              <a:rPr lang="es-ES"/>
              <a:t>: Perceptrón (Rosenblatt)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EE94138-5D0D-349E-FE3B-D03049B01478}"/>
              </a:ext>
            </a:extLst>
          </p:cNvPr>
          <p:cNvSpPr txBox="1"/>
          <p:nvPr/>
        </p:nvSpPr>
        <p:spPr>
          <a:xfrm>
            <a:off x="457031" y="4522940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Back </a:t>
            </a:r>
            <a:r>
              <a:rPr lang="es-ES" err="1"/>
              <a:t>propagation</a:t>
            </a:r>
            <a:r>
              <a:rPr lang="es-ES"/>
              <a:t> (</a:t>
            </a:r>
            <a:r>
              <a:rPr lang="es-ES" err="1">
                <a:ea typeface="+mn-lt"/>
                <a:cs typeface="+mn-lt"/>
              </a:rPr>
              <a:t>Rumelhart</a:t>
            </a:r>
            <a:r>
              <a:rPr lang="es-ES">
                <a:ea typeface="+mn-lt"/>
                <a:cs typeface="+mn-lt"/>
              </a:rPr>
              <a:t>, Hinton y Williams</a:t>
            </a:r>
            <a:r>
              <a:rPr lang="es-ES"/>
              <a:t>)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D3EA09BB-36A0-1239-96C1-53ACB85981D7}"/>
              </a:ext>
            </a:extLst>
          </p:cNvPr>
          <p:cNvSpPr/>
          <p:nvPr/>
        </p:nvSpPr>
        <p:spPr>
          <a:xfrm rot="16200000">
            <a:off x="106951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250D9899-B196-79CF-425E-78A283C68D06}"/>
              </a:ext>
            </a:extLst>
          </p:cNvPr>
          <p:cNvSpPr/>
          <p:nvPr/>
        </p:nvSpPr>
        <p:spPr>
          <a:xfrm rot="16200000">
            <a:off x="9276456" y="59080"/>
            <a:ext cx="277720" cy="489721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🥶 Cara Con Frío en Apple iOS 16.4">
            <a:extLst>
              <a:ext uri="{FF2B5EF4-FFF2-40B4-BE49-F238E27FC236}">
                <a16:creationId xmlns:a16="http://schemas.microsoft.com/office/drawing/2014/main" id="{F86DDBF8-9CAD-3A21-0387-3FD3320A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617" y="1251637"/>
            <a:ext cx="1032819" cy="936025"/>
          </a:xfrm>
          <a:prstGeom prst="rect">
            <a:avLst/>
          </a:prstGeom>
        </p:spPr>
      </p:pic>
      <p:sp>
        <p:nvSpPr>
          <p:cNvPr id="18" name="Cerrar llave 17">
            <a:extLst>
              <a:ext uri="{FF2B5EF4-FFF2-40B4-BE49-F238E27FC236}">
                <a16:creationId xmlns:a16="http://schemas.microsoft.com/office/drawing/2014/main" id="{3CB35D77-C01F-A6B5-8D80-27FDA9F59526}"/>
              </a:ext>
            </a:extLst>
          </p:cNvPr>
          <p:cNvSpPr/>
          <p:nvPr/>
        </p:nvSpPr>
        <p:spPr>
          <a:xfrm rot="16200000">
            <a:off x="5239915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C171EEB-A944-DD92-9545-36AF54E6F780}"/>
              </a:ext>
            </a:extLst>
          </p:cNvPr>
          <p:cNvSpPr txBox="1"/>
          <p:nvPr/>
        </p:nvSpPr>
        <p:spPr>
          <a:xfrm>
            <a:off x="4421490" y="498631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2013</a:t>
            </a:r>
            <a:r>
              <a:rPr lang="es-ES"/>
              <a:t>: Word2Vec </a:t>
            </a:r>
            <a:r>
              <a:rPr lang="es-ES">
                <a:ea typeface="+mn-lt"/>
                <a:cs typeface="+mn-lt"/>
              </a:rPr>
              <a:t>(</a:t>
            </a:r>
            <a:r>
              <a:rPr lang="es-ES" err="1">
                <a:ea typeface="+mn-lt"/>
                <a:cs typeface="+mn-lt"/>
              </a:rPr>
              <a:t>Mikolov</a:t>
            </a:r>
            <a:r>
              <a:rPr lang="es-ES">
                <a:ea typeface="+mn-lt"/>
                <a:cs typeface="+mn-lt"/>
              </a:rPr>
              <a:t> et al.)</a:t>
            </a:r>
            <a:endParaRPr lang="es-ES"/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A0548B21-B271-7534-9C46-BDCC5E40646A}"/>
              </a:ext>
            </a:extLst>
          </p:cNvPr>
          <p:cNvSpPr/>
          <p:nvPr/>
        </p:nvSpPr>
        <p:spPr>
          <a:xfrm rot="16200000">
            <a:off x="750532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6CBCA3-038C-ED80-6891-C339FD45985C}"/>
              </a:ext>
            </a:extLst>
          </p:cNvPr>
          <p:cNvSpPr txBox="1"/>
          <p:nvPr/>
        </p:nvSpPr>
        <p:spPr>
          <a:xfrm>
            <a:off x="6800166" y="4800967"/>
            <a:ext cx="2167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2017</a:t>
            </a:r>
            <a:r>
              <a:rPr lang="es-ES" dirty="0"/>
              <a:t>: </a:t>
            </a:r>
            <a:r>
              <a:rPr lang="es-ES" dirty="0" err="1"/>
              <a:t>Attention</a:t>
            </a:r>
            <a:r>
              <a:rPr lang="es-ES" dirty="0"/>
              <a:t> </a:t>
            </a:r>
            <a:r>
              <a:rPr lang="es-ES" dirty="0" err="1">
                <a:ea typeface="+mn-lt"/>
                <a:cs typeface="+mn-lt"/>
              </a:rPr>
              <a:t>is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all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you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need</a:t>
            </a:r>
            <a:r>
              <a:rPr lang="es-ES" dirty="0">
                <a:ea typeface="+mn-lt"/>
                <a:cs typeface="+mn-lt"/>
              </a:rPr>
              <a:t> (</a:t>
            </a:r>
            <a:r>
              <a:rPr lang="es-ES" dirty="0" err="1">
                <a:ea typeface="+mn-lt"/>
                <a:cs typeface="+mn-lt"/>
              </a:rPr>
              <a:t>Mikolov</a:t>
            </a:r>
            <a:r>
              <a:rPr lang="es-ES" dirty="0">
                <a:ea typeface="+mn-lt"/>
                <a:cs typeface="+mn-lt"/>
              </a:rPr>
              <a:t> et al.)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1585B6-BA54-D18B-74C9-0087CC48CF94}"/>
              </a:ext>
            </a:extLst>
          </p:cNvPr>
          <p:cNvSpPr txBox="1"/>
          <p:nvPr/>
        </p:nvSpPr>
        <p:spPr>
          <a:xfrm>
            <a:off x="2784220" y="494512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2012</a:t>
            </a:r>
            <a:r>
              <a:rPr lang="es-ES"/>
              <a:t>: </a:t>
            </a:r>
            <a:r>
              <a:rPr lang="es-ES" err="1"/>
              <a:t>Alexnet</a:t>
            </a:r>
            <a:r>
              <a:rPr lang="es-ES"/>
              <a:t> (Hinton)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6F210E0F-CBDF-AE05-3B5C-3C17B9AD222A}"/>
              </a:ext>
            </a:extLst>
          </p:cNvPr>
          <p:cNvSpPr/>
          <p:nvPr/>
        </p:nvSpPr>
        <p:spPr>
          <a:xfrm rot="16200000">
            <a:off x="3345212" y="5712297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F8E5D60B-A5AC-F097-47BE-043C473EE428}"/>
              </a:ext>
            </a:extLst>
          </p:cNvPr>
          <p:cNvSpPr/>
          <p:nvPr/>
        </p:nvSpPr>
        <p:spPr>
          <a:xfrm rot="16200000">
            <a:off x="5389225" y="-965501"/>
            <a:ext cx="535153" cy="1097262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31BD648-6C71-7C90-098F-B9792E92A5EE}"/>
              </a:ext>
            </a:extLst>
          </p:cNvPr>
          <p:cNvSpPr txBox="1"/>
          <p:nvPr/>
        </p:nvSpPr>
        <p:spPr>
          <a:xfrm>
            <a:off x="4843680" y="3678562"/>
            <a:ext cx="2167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Internet</a:t>
            </a:r>
          </a:p>
        </p:txBody>
      </p:sp>
    </p:spTree>
    <p:extLst>
      <p:ext uri="{BB962C8B-B14F-4D97-AF65-F5344CB8AC3E}">
        <p14:creationId xmlns:p14="http://schemas.microsoft.com/office/powerpoint/2010/main" val="2435712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477DB-2FDF-DDE9-11A2-00012EF8E368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3" name="Picture 2" descr="Artificial Neural Network Architecture">
            <a:extLst>
              <a:ext uri="{FF2B5EF4-FFF2-40B4-BE49-F238E27FC236}">
                <a16:creationId xmlns:a16="http://schemas.microsoft.com/office/drawing/2014/main" id="{E13A3353-4DF6-103C-AC0E-58DBDA312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44" y="1276251"/>
            <a:ext cx="6011164" cy="457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F742E81-16B9-3F86-A318-7E6D4D3EB33B}"/>
              </a:ext>
            </a:extLst>
          </p:cNvPr>
          <p:cNvSpPr txBox="1"/>
          <p:nvPr/>
        </p:nvSpPr>
        <p:spPr>
          <a:xfrm>
            <a:off x="7050024" y="3630168"/>
            <a:ext cx="426110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dirty="0"/>
              <a:t>Necesitamos un algoritmo eficiente: </a:t>
            </a:r>
            <a:r>
              <a:rPr lang="es-MX" sz="2400" b="1" dirty="0"/>
              <a:t>back-</a:t>
            </a:r>
            <a:r>
              <a:rPr lang="es-MX" sz="2400" b="1" dirty="0" err="1"/>
              <a:t>propagation</a:t>
            </a:r>
            <a:endParaRPr lang="es-CL" sz="2400" b="1" dirty="0" err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950C6C-5ABA-43BC-C1CB-5AC188EAC19E}"/>
              </a:ext>
            </a:extLst>
          </p:cNvPr>
          <p:cNvSpPr txBox="1"/>
          <p:nvPr/>
        </p:nvSpPr>
        <p:spPr>
          <a:xfrm>
            <a:off x="6876288" y="1691640"/>
            <a:ext cx="4751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¿Cómo podemos encontrar en un tiempo razonable los valores óptimos de los pesos?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410761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nternet: qué es, características, para qué sirve e historia">
            <a:extLst>
              <a:ext uri="{FF2B5EF4-FFF2-40B4-BE49-F238E27FC236}">
                <a16:creationId xmlns:a16="http://schemas.microsoft.com/office/drawing/2014/main" id="{2B89296C-E598-CD90-474B-ED04C73A7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70" y="1567108"/>
            <a:ext cx="41148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33D2D2-AE78-78ED-8C13-ACA109A8DD99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5124" name="Picture 4" descr="Laptop Computer Different Types Of Video Cards GPU Power Supply: Optimizing  Your GPU Performance FSP TECHNOLOGY">
            <a:extLst>
              <a:ext uri="{FF2B5EF4-FFF2-40B4-BE49-F238E27FC236}">
                <a16:creationId xmlns:a16="http://schemas.microsoft.com/office/drawing/2014/main" id="{D433B401-A070-6B05-2CFD-889B3CFE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7067"/>
            <a:ext cx="4462274" cy="223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AlexNet: El código que encendió la revolución del deep learning ya es  público - Administración de Sistemas">
            <a:extLst>
              <a:ext uri="{FF2B5EF4-FFF2-40B4-BE49-F238E27FC236}">
                <a16:creationId xmlns:a16="http://schemas.microsoft.com/office/drawing/2014/main" id="{4F2CF7DF-2ECB-D2E5-EBB5-A9C08A701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379" y="4405569"/>
            <a:ext cx="3144584" cy="209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526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3C279725-4105-9AB7-854C-E0457E9D9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428" y="2158058"/>
            <a:ext cx="4587875" cy="123483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743405F8-B744-F95D-51D4-7206A3227B27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F54A40-05DE-3417-FEE6-CE28DFDD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3" y="2156296"/>
            <a:ext cx="2578100" cy="729779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5638517E-588A-08DA-119B-C6A7DC137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528" y="2093324"/>
            <a:ext cx="2173463" cy="10626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F4ACD1-60E8-EE5B-D754-CB76A78C6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80" y="4963050"/>
            <a:ext cx="3538831" cy="720607"/>
          </a:xfrm>
          <a:prstGeom prst="rect">
            <a:avLst/>
          </a:prstGeo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8479ED66-0044-7919-E6AF-8B0C4C325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069" y="4967037"/>
            <a:ext cx="2133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9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9B33147-9205-D8CD-E871-65D663786707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AC7E462-32B3-87AE-F340-0685711DEC32}"/>
              </a:ext>
            </a:extLst>
          </p:cNvPr>
          <p:cNvSpPr txBox="1"/>
          <p:nvPr/>
        </p:nvSpPr>
        <p:spPr>
          <a:xfrm>
            <a:off x="6968361" y="1716472"/>
            <a:ext cx="424542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Especialmente útil para modelar secuencias:</a:t>
            </a:r>
          </a:p>
          <a:p>
            <a:pPr marL="285750" indent="-285750">
              <a:buFont typeface="Calibri"/>
              <a:buChar char="-"/>
            </a:pPr>
            <a:r>
              <a:rPr lang="es-ES"/>
              <a:t>Música</a:t>
            </a:r>
          </a:p>
          <a:p>
            <a:pPr marL="285750" indent="-285750">
              <a:buFont typeface="Calibri"/>
              <a:buChar char="-"/>
            </a:pPr>
            <a:r>
              <a:rPr lang="es-ES"/>
              <a:t>Texto</a:t>
            </a:r>
          </a:p>
          <a:p>
            <a:pPr marL="285750" indent="-285750">
              <a:buFont typeface="Calibri"/>
              <a:buChar char="-"/>
            </a:pPr>
            <a:r>
              <a:rPr lang="es-ES"/>
              <a:t>Otro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BC9AA6D-2FA1-24BA-107B-EE9D3487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46" y="1567862"/>
            <a:ext cx="5859286" cy="44372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F9C2206-CD50-D40D-2B8E-036A44F05849}"/>
              </a:ext>
            </a:extLst>
          </p:cNvPr>
          <p:cNvSpPr txBox="1"/>
          <p:nvPr/>
        </p:nvSpPr>
        <p:spPr>
          <a:xfrm>
            <a:off x="7960895" y="3789947"/>
            <a:ext cx="27271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800" b="1" baseline="0">
                <a:latin typeface="Aptos"/>
              </a:rPr>
              <a:t>¿Cuál es el problema?</a:t>
            </a:r>
            <a:r>
              <a:rPr sz="1800">
                <a:latin typeface="Aptos"/>
                <a:ea typeface="Aptos"/>
                <a:cs typeface="Aptos"/>
              </a:rPr>
              <a:t>​</a:t>
            </a:r>
            <a:endParaRPr lang="es-ES"/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32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E029A-C892-E82F-24AF-73F0B7E6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28CFA06-32D6-3527-D71A-B78E2441A5BE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A351E766-21C8-6708-3A27-078436012679}"/>
              </a:ext>
            </a:extLst>
          </p:cNvPr>
          <p:cNvSpPr/>
          <p:nvPr/>
        </p:nvSpPr>
        <p:spPr>
          <a:xfrm>
            <a:off x="702038" y="2615659"/>
            <a:ext cx="11361502" cy="928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1AEFB4BD-78F0-DB97-44A1-204BD2289127}"/>
              </a:ext>
            </a:extLst>
          </p:cNvPr>
          <p:cNvSpPr/>
          <p:nvPr/>
        </p:nvSpPr>
        <p:spPr>
          <a:xfrm>
            <a:off x="1823" y="5962280"/>
            <a:ext cx="11855771" cy="897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06622304-4DD8-50E2-68DE-C34F37CD6B9B}"/>
              </a:ext>
            </a:extLst>
          </p:cNvPr>
          <p:cNvSpPr/>
          <p:nvPr/>
        </p:nvSpPr>
        <p:spPr>
          <a:xfrm rot="16200000">
            <a:off x="83267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3F34C-393A-06B0-83E9-FCE602D2CE03}"/>
              </a:ext>
            </a:extLst>
          </p:cNvPr>
          <p:cNvSpPr txBox="1"/>
          <p:nvPr/>
        </p:nvSpPr>
        <p:spPr>
          <a:xfrm>
            <a:off x="179004" y="1567616"/>
            <a:ext cx="18274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1948</a:t>
            </a:r>
            <a:r>
              <a:rPr lang="es-ES"/>
              <a:t>: Teoría de la información (Shannon)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3A637CF0-417A-B620-C087-AABDAD71DF3D}"/>
              </a:ext>
            </a:extLst>
          </p:cNvPr>
          <p:cNvSpPr/>
          <p:nvPr/>
        </p:nvSpPr>
        <p:spPr>
          <a:xfrm rot="16200000">
            <a:off x="2665591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465B5B-14CE-5E0B-F8E9-0645BB54851A}"/>
              </a:ext>
            </a:extLst>
          </p:cNvPr>
          <p:cNvSpPr txBox="1"/>
          <p:nvPr/>
        </p:nvSpPr>
        <p:spPr>
          <a:xfrm>
            <a:off x="2135491" y="1567616"/>
            <a:ext cx="18274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1950</a:t>
            </a:r>
            <a:r>
              <a:rPr lang="es-ES"/>
              <a:t>: Test de Turing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5A86FD-EF9D-94C9-30DC-0057B77CE4E0}"/>
              </a:ext>
            </a:extLst>
          </p:cNvPr>
          <p:cNvSpPr txBox="1"/>
          <p:nvPr/>
        </p:nvSpPr>
        <p:spPr>
          <a:xfrm>
            <a:off x="3721275" y="1268994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1954-1957</a:t>
            </a:r>
            <a:r>
              <a:rPr lang="es-ES"/>
              <a:t>: Hipótesis distribucional (Harris-</a:t>
            </a:r>
            <a:r>
              <a:rPr lang="es-ES" err="1"/>
              <a:t>Firth</a:t>
            </a:r>
            <a:r>
              <a:rPr lang="es-ES"/>
              <a:t>)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EEE43A2A-0420-2A77-9740-8E09BD318581}"/>
              </a:ext>
            </a:extLst>
          </p:cNvPr>
          <p:cNvSpPr/>
          <p:nvPr/>
        </p:nvSpPr>
        <p:spPr>
          <a:xfrm rot="16200000">
            <a:off x="4354347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E4A6AF5C-EC91-1FB3-DCF8-1B0BA0F68EE2}"/>
              </a:ext>
            </a:extLst>
          </p:cNvPr>
          <p:cNvSpPr/>
          <p:nvPr/>
        </p:nvSpPr>
        <p:spPr>
          <a:xfrm rot="16200000">
            <a:off x="6279942" y="2355378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60DF9D-C644-415D-6DF7-FCB030F04F85}"/>
              </a:ext>
            </a:extLst>
          </p:cNvPr>
          <p:cNvSpPr txBox="1"/>
          <p:nvPr/>
        </p:nvSpPr>
        <p:spPr>
          <a:xfrm>
            <a:off x="5595383" y="1402859"/>
            <a:ext cx="18685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1957</a:t>
            </a:r>
            <a:r>
              <a:rPr lang="es-ES"/>
              <a:t>: Perceptrón (Rosenblatt)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00B08BA-AF49-D053-A398-996866CA84E7}"/>
              </a:ext>
            </a:extLst>
          </p:cNvPr>
          <p:cNvSpPr txBox="1"/>
          <p:nvPr/>
        </p:nvSpPr>
        <p:spPr>
          <a:xfrm>
            <a:off x="457031" y="4522940"/>
            <a:ext cx="21672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Back </a:t>
            </a:r>
            <a:r>
              <a:rPr lang="es-ES" err="1"/>
              <a:t>propagation</a:t>
            </a:r>
            <a:r>
              <a:rPr lang="es-ES"/>
              <a:t> (</a:t>
            </a:r>
            <a:r>
              <a:rPr lang="es-ES" err="1">
                <a:ea typeface="+mn-lt"/>
                <a:cs typeface="+mn-lt"/>
              </a:rPr>
              <a:t>Rumelhart</a:t>
            </a:r>
            <a:r>
              <a:rPr lang="es-ES">
                <a:ea typeface="+mn-lt"/>
                <a:cs typeface="+mn-lt"/>
              </a:rPr>
              <a:t>, Hinton y Williams</a:t>
            </a:r>
            <a:r>
              <a:rPr lang="es-ES"/>
              <a:t>)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82CAABDA-9933-D128-30E9-BBD87692EA6F}"/>
              </a:ext>
            </a:extLst>
          </p:cNvPr>
          <p:cNvSpPr/>
          <p:nvPr/>
        </p:nvSpPr>
        <p:spPr>
          <a:xfrm rot="16200000">
            <a:off x="106951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48402A93-8C40-DABA-ABBF-337A064D4CBD}"/>
              </a:ext>
            </a:extLst>
          </p:cNvPr>
          <p:cNvSpPr/>
          <p:nvPr/>
        </p:nvSpPr>
        <p:spPr>
          <a:xfrm rot="16200000">
            <a:off x="9276456" y="59080"/>
            <a:ext cx="277720" cy="489721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🥶 Cara Con Frío en Apple iOS 16.4">
            <a:extLst>
              <a:ext uri="{FF2B5EF4-FFF2-40B4-BE49-F238E27FC236}">
                <a16:creationId xmlns:a16="http://schemas.microsoft.com/office/drawing/2014/main" id="{B650797E-6E92-A3BE-8997-2AAB052C0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617" y="1251637"/>
            <a:ext cx="1032819" cy="936025"/>
          </a:xfrm>
          <a:prstGeom prst="rect">
            <a:avLst/>
          </a:prstGeom>
        </p:spPr>
      </p:pic>
      <p:sp>
        <p:nvSpPr>
          <p:cNvPr id="18" name="Cerrar llave 17">
            <a:extLst>
              <a:ext uri="{FF2B5EF4-FFF2-40B4-BE49-F238E27FC236}">
                <a16:creationId xmlns:a16="http://schemas.microsoft.com/office/drawing/2014/main" id="{551F8C31-3F78-9C41-E40A-AC3BEEFD6EB1}"/>
              </a:ext>
            </a:extLst>
          </p:cNvPr>
          <p:cNvSpPr/>
          <p:nvPr/>
        </p:nvSpPr>
        <p:spPr>
          <a:xfrm rot="16200000">
            <a:off x="5239915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A5D6B87-533B-40B0-3E41-33BF6DC8920C}"/>
              </a:ext>
            </a:extLst>
          </p:cNvPr>
          <p:cNvSpPr txBox="1"/>
          <p:nvPr/>
        </p:nvSpPr>
        <p:spPr>
          <a:xfrm>
            <a:off x="4421490" y="498631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2013</a:t>
            </a:r>
            <a:r>
              <a:rPr lang="es-ES"/>
              <a:t>: Word2Vec </a:t>
            </a:r>
            <a:r>
              <a:rPr lang="es-ES">
                <a:ea typeface="+mn-lt"/>
                <a:cs typeface="+mn-lt"/>
              </a:rPr>
              <a:t>(</a:t>
            </a:r>
            <a:r>
              <a:rPr lang="es-ES" err="1">
                <a:ea typeface="+mn-lt"/>
                <a:cs typeface="+mn-lt"/>
              </a:rPr>
              <a:t>Mikolov</a:t>
            </a:r>
            <a:r>
              <a:rPr lang="es-ES">
                <a:ea typeface="+mn-lt"/>
                <a:cs typeface="+mn-lt"/>
              </a:rPr>
              <a:t> et al.)</a:t>
            </a:r>
            <a:endParaRPr lang="es-ES"/>
          </a:p>
        </p:txBody>
      </p: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798EBF86-6029-094A-6B91-759A460EA80E}"/>
              </a:ext>
            </a:extLst>
          </p:cNvPr>
          <p:cNvSpPr/>
          <p:nvPr/>
        </p:nvSpPr>
        <p:spPr>
          <a:xfrm rot="16200000">
            <a:off x="7505320" y="5732891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905872B-C9F6-EB07-B5D4-64022F9E0DB3}"/>
              </a:ext>
            </a:extLst>
          </p:cNvPr>
          <p:cNvSpPr txBox="1"/>
          <p:nvPr/>
        </p:nvSpPr>
        <p:spPr>
          <a:xfrm>
            <a:off x="6800166" y="4800967"/>
            <a:ext cx="2167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2017</a:t>
            </a:r>
            <a:r>
              <a:rPr lang="es-ES" dirty="0"/>
              <a:t>: </a:t>
            </a:r>
            <a:r>
              <a:rPr lang="es-ES" dirty="0" err="1"/>
              <a:t>Attention</a:t>
            </a:r>
            <a:r>
              <a:rPr lang="es-ES" dirty="0"/>
              <a:t> </a:t>
            </a:r>
            <a:r>
              <a:rPr lang="es-ES" dirty="0" err="1">
                <a:ea typeface="+mn-lt"/>
                <a:cs typeface="+mn-lt"/>
              </a:rPr>
              <a:t>is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all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you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need</a:t>
            </a:r>
            <a:r>
              <a:rPr lang="es-ES" dirty="0">
                <a:ea typeface="+mn-lt"/>
                <a:cs typeface="+mn-lt"/>
              </a:rPr>
              <a:t> (</a:t>
            </a:r>
            <a:r>
              <a:rPr lang="es-ES" dirty="0" err="1">
                <a:ea typeface="+mn-lt"/>
                <a:cs typeface="+mn-lt"/>
              </a:rPr>
              <a:t>Vaswani</a:t>
            </a:r>
            <a:r>
              <a:rPr lang="es-ES" dirty="0">
                <a:ea typeface="+mn-lt"/>
                <a:cs typeface="+mn-lt"/>
              </a:rPr>
              <a:t> et al.)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AD3C208-4FE3-DFD4-A1B4-645A2FCC159B}"/>
              </a:ext>
            </a:extLst>
          </p:cNvPr>
          <p:cNvSpPr txBox="1"/>
          <p:nvPr/>
        </p:nvSpPr>
        <p:spPr>
          <a:xfrm>
            <a:off x="2784220" y="4945128"/>
            <a:ext cx="2167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2012</a:t>
            </a:r>
            <a:r>
              <a:rPr lang="es-ES"/>
              <a:t>: </a:t>
            </a:r>
            <a:r>
              <a:rPr lang="es-ES" err="1"/>
              <a:t>Alexnet</a:t>
            </a:r>
            <a:r>
              <a:rPr lang="es-ES"/>
              <a:t> (Hinton)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01898A4C-CDC2-1716-0CBC-BED490D5BA47}"/>
              </a:ext>
            </a:extLst>
          </p:cNvPr>
          <p:cNvSpPr/>
          <p:nvPr/>
        </p:nvSpPr>
        <p:spPr>
          <a:xfrm rot="16200000">
            <a:off x="3345212" y="5712297"/>
            <a:ext cx="246829" cy="52086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errar llave 23">
            <a:extLst>
              <a:ext uri="{FF2B5EF4-FFF2-40B4-BE49-F238E27FC236}">
                <a16:creationId xmlns:a16="http://schemas.microsoft.com/office/drawing/2014/main" id="{85A7C86B-5AD1-FBB6-093F-F5AB89EB90DD}"/>
              </a:ext>
            </a:extLst>
          </p:cNvPr>
          <p:cNvSpPr/>
          <p:nvPr/>
        </p:nvSpPr>
        <p:spPr>
          <a:xfrm rot="16200000">
            <a:off x="5389225" y="-965501"/>
            <a:ext cx="535153" cy="1097262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867675E-CC27-B60A-1BFD-EA857E44AFEA}"/>
              </a:ext>
            </a:extLst>
          </p:cNvPr>
          <p:cNvSpPr txBox="1"/>
          <p:nvPr/>
        </p:nvSpPr>
        <p:spPr>
          <a:xfrm>
            <a:off x="4843680" y="3678562"/>
            <a:ext cx="2167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1989</a:t>
            </a:r>
            <a:r>
              <a:rPr lang="es-ES"/>
              <a:t>: Internet</a:t>
            </a:r>
          </a:p>
        </p:txBody>
      </p:sp>
    </p:spTree>
    <p:extLst>
      <p:ext uri="{BB962C8B-B14F-4D97-AF65-F5344CB8AC3E}">
        <p14:creationId xmlns:p14="http://schemas.microsoft.com/office/powerpoint/2010/main" val="1502529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089BF-616E-F1B3-5189-BA74D2FECF3A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79AA58C0-E90E-4B83-01EA-8E9D2C5D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54" y="1278037"/>
            <a:ext cx="6572250" cy="38290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25B06E-2D75-4294-E945-B00715B6D51B}"/>
              </a:ext>
            </a:extLst>
          </p:cNvPr>
          <p:cNvSpPr txBox="1"/>
          <p:nvPr/>
        </p:nvSpPr>
        <p:spPr>
          <a:xfrm>
            <a:off x="7367016" y="1492214"/>
            <a:ext cx="384048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/>
              <a:t>Elimina la recurrencia en el procesamiento de secuencias y </a:t>
            </a:r>
            <a:r>
              <a:rPr lang="es-MX" b="1" dirty="0"/>
              <a:t>solo </a:t>
            </a:r>
            <a:r>
              <a:rPr lang="es-MX" b="1"/>
              <a:t>utiliza auto atención</a:t>
            </a:r>
            <a:endParaRPr lang="es-CL" b="1"/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C0D049B2-14D5-901E-B459-949C884E0AC1}"/>
              </a:ext>
            </a:extLst>
          </p:cNvPr>
          <p:cNvSpPr/>
          <p:nvPr/>
        </p:nvSpPr>
        <p:spPr>
          <a:xfrm>
            <a:off x="8558784" y="2664029"/>
            <a:ext cx="630936" cy="13836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15DAF8-9B91-C094-F9AA-16ECD6DC554A}"/>
              </a:ext>
            </a:extLst>
          </p:cNvPr>
          <p:cNvSpPr txBox="1"/>
          <p:nvPr/>
        </p:nvSpPr>
        <p:spPr>
          <a:xfrm>
            <a:off x="7854696" y="4273142"/>
            <a:ext cx="384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Computo en paralelo</a:t>
            </a:r>
            <a:endParaRPr lang="es-CL" dirty="0"/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8E79B5B7-C1C8-DA8A-222C-A7AA39BCF787}"/>
              </a:ext>
            </a:extLst>
          </p:cNvPr>
          <p:cNvSpPr/>
          <p:nvPr/>
        </p:nvSpPr>
        <p:spPr>
          <a:xfrm>
            <a:off x="8590788" y="4867949"/>
            <a:ext cx="630936" cy="13836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82B0FB-DFA6-0AD1-6BE8-39E429EE09FC}"/>
              </a:ext>
            </a:extLst>
          </p:cNvPr>
          <p:cNvSpPr txBox="1"/>
          <p:nvPr/>
        </p:nvSpPr>
        <p:spPr>
          <a:xfrm>
            <a:off x="7562088" y="6330757"/>
            <a:ext cx="384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Aumentar la cantidad de datos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5046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BDF9E-A0BB-0C04-C32A-8A892D257A71}"/>
              </a:ext>
            </a:extLst>
          </p:cNvPr>
          <p:cNvSpPr txBox="1">
            <a:spLocks/>
          </p:cNvSpPr>
          <p:nvPr/>
        </p:nvSpPr>
        <p:spPr>
          <a:xfrm>
            <a:off x="1266016" y="2117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endParaRPr lang="es-ES" dirty="0"/>
          </a:p>
        </p:txBody>
      </p:sp>
      <p:pic>
        <p:nvPicPr>
          <p:cNvPr id="3" name="Imagen 2" descr="ChatGPT - Wikipedia, la enciclopedia libre">
            <a:extLst>
              <a:ext uri="{FF2B5EF4-FFF2-40B4-BE49-F238E27FC236}">
                <a16:creationId xmlns:a16="http://schemas.microsoft.com/office/drawing/2014/main" id="{11DFD22D-3B04-4D26-0A1C-97BDE6149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82" y="2544543"/>
            <a:ext cx="2143125" cy="2143125"/>
          </a:xfrm>
          <a:prstGeom prst="rect">
            <a:avLst/>
          </a:prstGeom>
        </p:spPr>
      </p:pic>
      <p:pic>
        <p:nvPicPr>
          <p:cNvPr id="4" name="Imagen 3" descr="Archivo:Google Gemini logo.svg - Wikipedia, la enciclopedia libre">
            <a:extLst>
              <a:ext uri="{FF2B5EF4-FFF2-40B4-BE49-F238E27FC236}">
                <a16:creationId xmlns:a16="http://schemas.microsoft.com/office/drawing/2014/main" id="{ED869AD5-B430-3B37-FF3C-4C5B1E7C9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72" y="1535391"/>
            <a:ext cx="4049412" cy="1460157"/>
          </a:xfrm>
          <a:prstGeom prst="rect">
            <a:avLst/>
          </a:prstGeom>
        </p:spPr>
      </p:pic>
      <p:pic>
        <p:nvPicPr>
          <p:cNvPr id="5" name="Imagen 4" descr="DeepSeek: La revolución de la IA en eficiencia energética y código abierto  | PNAV">
            <a:extLst>
              <a:ext uri="{FF2B5EF4-FFF2-40B4-BE49-F238E27FC236}">
                <a16:creationId xmlns:a16="http://schemas.microsoft.com/office/drawing/2014/main" id="{A0441952-638E-C47F-EBF1-A7FE63910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949" y="2744566"/>
            <a:ext cx="2619375" cy="174307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82E3A4B-14D1-5370-6721-C3DAED462478}"/>
              </a:ext>
            </a:extLst>
          </p:cNvPr>
          <p:cNvSpPr txBox="1">
            <a:spLocks/>
          </p:cNvSpPr>
          <p:nvPr/>
        </p:nvSpPr>
        <p:spPr>
          <a:xfrm>
            <a:off x="1418416" y="364171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Una breve historia</a:t>
            </a:r>
            <a:endParaRPr lang="es-ES" dirty="0"/>
          </a:p>
        </p:txBody>
      </p:sp>
      <p:pic>
        <p:nvPicPr>
          <p:cNvPr id="7" name="Imagen 6" descr="Claude | Slack Marketplace">
            <a:extLst>
              <a:ext uri="{FF2B5EF4-FFF2-40B4-BE49-F238E27FC236}">
                <a16:creationId xmlns:a16="http://schemas.microsoft.com/office/drawing/2014/main" id="{C521E97C-78FD-7F18-5DCB-2577970A2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549" y="406017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27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470DC-6E0D-030F-DAD4-B3DD37088023}"/>
              </a:ext>
            </a:extLst>
          </p:cNvPr>
          <p:cNvSpPr txBox="1">
            <a:spLocks/>
          </p:cNvSpPr>
          <p:nvPr/>
        </p:nvSpPr>
        <p:spPr>
          <a:xfrm>
            <a:off x="1355042" y="264583"/>
            <a:ext cx="8080788" cy="1064480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s-CL" sz="4000" dirty="0">
                <a:solidFill>
                  <a:schemeClr val="bg1"/>
                </a:solidFill>
              </a:rPr>
              <a:t>Lago de datos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85BBB8-3A75-0F82-6314-DECCA7B26FD2}"/>
              </a:ext>
            </a:extLst>
          </p:cNvPr>
          <p:cNvSpPr txBox="1"/>
          <p:nvPr/>
        </p:nvSpPr>
        <p:spPr>
          <a:xfrm>
            <a:off x="805758" y="1620570"/>
            <a:ext cx="9198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Es ideal contar con una plataforma para el procesamiento</a:t>
            </a:r>
            <a:endParaRPr lang="es-CL" sz="2400" dirty="0"/>
          </a:p>
        </p:txBody>
      </p:sp>
      <p:pic>
        <p:nvPicPr>
          <p:cNvPr id="2050" name="Picture 2" descr="Continuing the journey: our new mascot and wordmark">
            <a:extLst>
              <a:ext uri="{FF2B5EF4-FFF2-40B4-BE49-F238E27FC236}">
                <a16:creationId xmlns:a16="http://schemas.microsoft.com/office/drawing/2014/main" id="{5FA20E92-83E8-9D25-056F-5F6280368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92" y="2818928"/>
            <a:ext cx="4787535" cy="160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BC JupyterHub Instructor Guide | Learning Technology Hub">
            <a:extLst>
              <a:ext uri="{FF2B5EF4-FFF2-40B4-BE49-F238E27FC236}">
                <a16:creationId xmlns:a16="http://schemas.microsoft.com/office/drawing/2014/main" id="{17BB6A01-586E-FF28-086C-69A795CE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255" y="2493758"/>
            <a:ext cx="19907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D6EC008-3A74-CAE2-E000-162693FEE76E}"/>
              </a:ext>
            </a:extLst>
          </p:cNvPr>
          <p:cNvSpPr txBox="1"/>
          <p:nvPr/>
        </p:nvSpPr>
        <p:spPr>
          <a:xfrm>
            <a:off x="805758" y="5747442"/>
            <a:ext cx="9198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Los colegas de gobierno de datos nos van </a:t>
            </a:r>
            <a:r>
              <a:rPr lang="es-MX" sz="2400"/>
              <a:t>a capacitar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527875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A33D8-5B6E-F169-FD50-8B02ADEF255B}"/>
              </a:ext>
            </a:extLst>
          </p:cNvPr>
          <p:cNvSpPr txBox="1">
            <a:spLocks/>
          </p:cNvSpPr>
          <p:nvPr/>
        </p:nvSpPr>
        <p:spPr>
          <a:xfrm>
            <a:off x="4613128" y="3597631"/>
            <a:ext cx="2965744" cy="62793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>
                <a:latin typeface="Aptos" panose="020B0004020202020204" pitchFamily="34" charset="0"/>
              </a:rPr>
              <a:t>Gracias</a:t>
            </a:r>
            <a:endParaRPr lang="es-CL" sz="4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62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2afa6a-810f-4ed7-8f21-327af999a369" xsi:nil="true"/>
    <lcf76f155ced4ddcb4097134ff3c332f xmlns="e64bf764-2ba8-4e7e-8540-1bb999ea21a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9638AAC56BFC4F90416B7A96E38619" ma:contentTypeVersion="15" ma:contentTypeDescription="Crear nuevo documento." ma:contentTypeScope="" ma:versionID="9f267c0f90450f545b7d81d591b5982c">
  <xsd:schema xmlns:xsd="http://www.w3.org/2001/XMLSchema" xmlns:xs="http://www.w3.org/2001/XMLSchema" xmlns:p="http://schemas.microsoft.com/office/2006/metadata/properties" xmlns:ns2="e64bf764-2ba8-4e7e-8540-1bb999ea21ad" xmlns:ns3="eb2afa6a-810f-4ed7-8f21-327af999a369" targetNamespace="http://schemas.microsoft.com/office/2006/metadata/properties" ma:root="true" ma:fieldsID="155a20082e4561ae1a0921467fc6838f" ns2:_="" ns3:_="">
    <xsd:import namespace="e64bf764-2ba8-4e7e-8540-1bb999ea21ad"/>
    <xsd:import namespace="eb2afa6a-810f-4ed7-8f21-327af999a3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4bf764-2ba8-4e7e-8540-1bb999ea21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c6d0a366-f013-4afb-8079-7418cfb1d1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afa6a-810f-4ed7-8f21-327af999a36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8576a715-46fc-4722-8e09-2d406781e646}" ma:internalName="TaxCatchAll" ma:showField="CatchAllData" ma:web="eb2afa6a-810f-4ed7-8f21-327af999a3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0CF6E8-67F3-4AC0-953A-B6798DAE12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FB15F4-32AA-4E2B-AC84-118D5E771FB8}">
  <ds:schemaRefs>
    <ds:schemaRef ds:uri="http://www.w3.org/XML/1998/namespace"/>
    <ds:schemaRef ds:uri="http://purl.org/dc/terms/"/>
    <ds:schemaRef ds:uri="eb2afa6a-810f-4ed7-8f21-327af999a369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64bf764-2ba8-4e7e-8540-1bb999ea21ad"/>
  </ds:schemaRefs>
</ds:datastoreItem>
</file>

<file path=customXml/itemProps3.xml><?xml version="1.0" encoding="utf-8"?>
<ds:datastoreItem xmlns:ds="http://schemas.openxmlformats.org/officeDocument/2006/customXml" ds:itemID="{995947FF-8323-4F32-922D-66B9818D9C3F}">
  <ds:schemaRefs>
    <ds:schemaRef ds:uri="e64bf764-2ba8-4e7e-8540-1bb999ea21ad"/>
    <ds:schemaRef ds:uri="eb2afa6a-810f-4ed7-8f21-327af999a36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839</Words>
  <Application>Microsoft Office PowerPoint</Application>
  <PresentationFormat>Panorámica</PresentationFormat>
  <Paragraphs>165</Paragraphs>
  <Slides>41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Nueva Ppt INE para presentaciones</dc:title>
  <dc:creator>Matias Barrena Caceres</dc:creator>
  <cp:keywords>Plantilla PPT 2021</cp:keywords>
  <cp:lastModifiedBy>Klaus Ignacio Lehmann Melendez</cp:lastModifiedBy>
  <cp:revision>294</cp:revision>
  <dcterms:created xsi:type="dcterms:W3CDTF">2021-05-28T20:13:44Z</dcterms:created>
  <dcterms:modified xsi:type="dcterms:W3CDTF">2026-04-07T14:01:21Z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0x010100569638AAC56BFC4F90416B7A96E38619</vt:lpwstr>
  </property>
  <property fmtid="{D5CDD505-2E9C-101B-9397-08002B2CF9AE}" pid="3" name="vti_imgdate">
    <vt:lpwstr>2021-06-16T00:00:00Z</vt:lpwstr>
  </property>
  <property fmtid="{D5CDD505-2E9C-101B-9397-08002B2CF9AE}" pid="4" name="MediaServiceImageTags">
    <vt:lpwstr/>
  </property>
</Properties>
</file>